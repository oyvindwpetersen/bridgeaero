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618" r:id="rId5"/>
    <p:sldId id="701" r:id="rId6"/>
    <p:sldId id="697" r:id="rId7"/>
    <p:sldId id="700" r:id="rId8"/>
    <p:sldId id="699" r:id="rId9"/>
  </p:sldIdLst>
  <p:sldSz cx="12192000" cy="6858000"/>
  <p:notesSz cx="6858000" cy="91440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 userDrawn="1">
          <p15:clr>
            <a:srgbClr val="F26B43"/>
          </p15:clr>
        </p15:guide>
        <p15:guide id="3" orient="horz" pos="232" userDrawn="1">
          <p15:clr>
            <a:srgbClr val="A4A3A4"/>
          </p15:clr>
        </p15:guide>
        <p15:guide id="4" pos="733" userDrawn="1">
          <p15:clr>
            <a:srgbClr val="547EBF"/>
          </p15:clr>
        </p15:guide>
        <p15:guide id="5" pos="551" userDrawn="1">
          <p15:clr>
            <a:srgbClr val="C35E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Øyvind Wiig Petersen" initials="ØWP" lastIdx="1" clrIdx="0">
    <p:extLst>
      <p:ext uri="{19B8F6BF-5375-455C-9EA6-DF929625EA0E}">
        <p15:presenceInfo xmlns:p15="http://schemas.microsoft.com/office/powerpoint/2012/main" userId="S-1-5-21-3959417778-1711865379-3952174976-83068" providerId="AD"/>
      </p:ext>
    </p:extLst>
  </p:cmAuthor>
  <p:cmAuthor id="2" name="Øyvind Wiig Petersen" initials="ØWP [2]" lastIdx="2" clrIdx="1">
    <p:extLst>
      <p:ext uri="{19B8F6BF-5375-455C-9EA6-DF929625EA0E}">
        <p15:presenceInfo xmlns:p15="http://schemas.microsoft.com/office/powerpoint/2012/main" userId="S::oyvinpet@ntnu.no::8db00c4c-acc5-4dea-8516-ccf730572e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4E8"/>
    <a:srgbClr val="BBAC76"/>
    <a:srgbClr val="0D34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DE1CF2-6AC3-4944-BB7E-1F68ACF1466B}" v="25" dt="2025-05-21T19:59:34.7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03" autoAdjust="0"/>
    <p:restoredTop sz="92982" autoAdjust="0"/>
  </p:normalViewPr>
  <p:slideViewPr>
    <p:cSldViewPr snapToObjects="1">
      <p:cViewPr varScale="1">
        <p:scale>
          <a:sx n="99" d="100"/>
          <a:sy n="99" d="100"/>
        </p:scale>
        <p:origin x="360" y="84"/>
      </p:cViewPr>
      <p:guideLst>
        <p:guide orient="horz" pos="686"/>
        <p:guide orient="horz" pos="232"/>
        <p:guide pos="733"/>
        <p:guide pos="551"/>
      </p:guideLst>
    </p:cSldViewPr>
  </p:slideViewPr>
  <p:outlineViewPr>
    <p:cViewPr>
      <p:scale>
        <a:sx n="33" d="100"/>
        <a:sy n="33" d="100"/>
      </p:scale>
      <p:origin x="0" y="-2286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 showGuides="1">
      <p:cViewPr varScale="1">
        <p:scale>
          <a:sx n="121" d="100"/>
          <a:sy n="121" d="100"/>
        </p:scale>
        <p:origin x="6738" y="10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Øyvind Wiig Petersen" userId="8db00c4c-acc5-4dea-8516-ccf730572e42" providerId="ADAL" clId="{ADC56F5A-A2AA-4CD3-A493-51DC1E34C303}"/>
    <pc:docChg chg="addSld delSld modSld">
      <pc:chgData name="Øyvind Wiig Petersen" userId="8db00c4c-acc5-4dea-8516-ccf730572e42" providerId="ADAL" clId="{ADC56F5A-A2AA-4CD3-A493-51DC1E34C303}" dt="2024-05-31T20:23:17.909" v="6" actId="2696"/>
      <pc:docMkLst>
        <pc:docMk/>
      </pc:docMkLst>
      <pc:sldChg chg="addSp modSp new del mod">
        <pc:chgData name="Øyvind Wiig Petersen" userId="8db00c4c-acc5-4dea-8516-ccf730572e42" providerId="ADAL" clId="{ADC56F5A-A2AA-4CD3-A493-51DC1E34C303}" dt="2024-05-31T20:23:17.909" v="6" actId="2696"/>
        <pc:sldMkLst>
          <pc:docMk/>
          <pc:sldMk cId="556912183" sldId="698"/>
        </pc:sldMkLst>
      </pc:sldChg>
    </pc:docChg>
  </pc:docChgLst>
  <pc:docChgLst>
    <pc:chgData name="e.lourens@tudelft.nl" userId="S::urn:spo:guest#e.lourens@tudelft.nl::" providerId="AD" clId="Web-{3D44C178-CBFD-4106-9E64-660FC4103DD8}"/>
    <pc:docChg chg="modSld">
      <pc:chgData name="e.lourens@tudelft.nl" userId="S::urn:spo:guest#e.lourens@tudelft.nl::" providerId="AD" clId="Web-{3D44C178-CBFD-4106-9E64-660FC4103DD8}" dt="2022-11-17T11:07:48.840" v="231"/>
      <pc:docMkLst>
        <pc:docMk/>
      </pc:docMkLst>
      <pc:sldChg chg="modNotes">
        <pc:chgData name="e.lourens@tudelft.nl" userId="S::urn:spo:guest#e.lourens@tudelft.nl::" providerId="AD" clId="Web-{3D44C178-CBFD-4106-9E64-660FC4103DD8}" dt="2022-11-17T11:07:34.168" v="224"/>
        <pc:sldMkLst>
          <pc:docMk/>
          <pc:sldMk cId="1395816489" sldId="626"/>
        </pc:sldMkLst>
      </pc:sldChg>
      <pc:sldChg chg="modNotes">
        <pc:chgData name="e.lourens@tudelft.nl" userId="S::urn:spo:guest#e.lourens@tudelft.nl::" providerId="AD" clId="Web-{3D44C178-CBFD-4106-9E64-660FC4103DD8}" dt="2022-11-17T11:07:37.465" v="225"/>
        <pc:sldMkLst>
          <pc:docMk/>
          <pc:sldMk cId="428394582" sldId="633"/>
        </pc:sldMkLst>
      </pc:sldChg>
      <pc:sldChg chg="modNotes">
        <pc:chgData name="e.lourens@tudelft.nl" userId="S::urn:spo:guest#e.lourens@tudelft.nl::" providerId="AD" clId="Web-{3D44C178-CBFD-4106-9E64-660FC4103DD8}" dt="2022-11-17T11:07:41.246" v="227"/>
        <pc:sldMkLst>
          <pc:docMk/>
          <pc:sldMk cId="3083339573" sldId="634"/>
        </pc:sldMkLst>
      </pc:sldChg>
      <pc:sldChg chg="modNotes">
        <pc:chgData name="e.lourens@tudelft.nl" userId="S::urn:spo:guest#e.lourens@tudelft.nl::" providerId="AD" clId="Web-{3D44C178-CBFD-4106-9E64-660FC4103DD8}" dt="2022-11-17T10:27:38.150" v="202"/>
        <pc:sldMkLst>
          <pc:docMk/>
          <pc:sldMk cId="1622335411" sldId="641"/>
        </pc:sldMkLst>
      </pc:sldChg>
      <pc:sldChg chg="modNotes">
        <pc:chgData name="e.lourens@tudelft.nl" userId="S::urn:spo:guest#e.lourens@tudelft.nl::" providerId="AD" clId="Web-{3D44C178-CBFD-4106-9E64-660FC4103DD8}" dt="2022-11-17T11:07:48.840" v="231"/>
        <pc:sldMkLst>
          <pc:docMk/>
          <pc:sldMk cId="1079732605" sldId="643"/>
        </pc:sldMkLst>
      </pc:sldChg>
      <pc:sldChg chg="modNotes">
        <pc:chgData name="e.lourens@tudelft.nl" userId="S::urn:spo:guest#e.lourens@tudelft.nl::" providerId="AD" clId="Web-{3D44C178-CBFD-4106-9E64-660FC4103DD8}" dt="2022-11-17T10:28:03.744" v="213"/>
        <pc:sldMkLst>
          <pc:docMk/>
          <pc:sldMk cId="388537602" sldId="650"/>
        </pc:sldMkLst>
      </pc:sldChg>
      <pc:sldChg chg="modNotes">
        <pc:chgData name="e.lourens@tudelft.nl" userId="S::urn:spo:guest#e.lourens@tudelft.nl::" providerId="AD" clId="Web-{3D44C178-CBFD-4106-9E64-660FC4103DD8}" dt="2022-11-17T10:27:47.088" v="211"/>
        <pc:sldMkLst>
          <pc:docMk/>
          <pc:sldMk cId="4072674618" sldId="653"/>
        </pc:sldMkLst>
      </pc:sldChg>
    </pc:docChg>
  </pc:docChgLst>
  <pc:docChgLst>
    <pc:chgData name="Øyvind Wiig Petersen" userId="8db00c4c-acc5-4dea-8516-ccf730572e42" providerId="ADAL" clId="{B68D55B4-C588-42C0-888D-33274ED0F496}"/>
    <pc:docChg chg="undo redo custSel addSld delSld modSld sldOrd modMainMaster">
      <pc:chgData name="Øyvind Wiig Petersen" userId="8db00c4c-acc5-4dea-8516-ccf730572e42" providerId="ADAL" clId="{B68D55B4-C588-42C0-888D-33274ED0F496}" dt="2023-03-23T09:26:35.144" v="6351" actId="14100"/>
      <pc:docMkLst>
        <pc:docMk/>
      </pc:docMkLst>
      <pc:sldChg chg="modSp mod">
        <pc:chgData name="Øyvind Wiig Petersen" userId="8db00c4c-acc5-4dea-8516-ccf730572e42" providerId="ADAL" clId="{B68D55B4-C588-42C0-888D-33274ED0F496}" dt="2023-03-11T07:02:05.161" v="4819" actId="1076"/>
        <pc:sldMkLst>
          <pc:docMk/>
          <pc:sldMk cId="1349297921" sldId="622"/>
        </pc:sldMkLst>
      </pc:sldChg>
      <pc:sldChg chg="delSp modSp mod">
        <pc:chgData name="Øyvind Wiig Petersen" userId="8db00c4c-acc5-4dea-8516-ccf730572e42" providerId="ADAL" clId="{B68D55B4-C588-42C0-888D-33274ED0F496}" dt="2023-03-19T18:13:00.968" v="5990" actId="478"/>
        <pc:sldMkLst>
          <pc:docMk/>
          <pc:sldMk cId="2288825761" sldId="623"/>
        </pc:sldMkLst>
      </pc:sldChg>
      <pc:sldChg chg="delSp modSp mod">
        <pc:chgData name="Øyvind Wiig Petersen" userId="8db00c4c-acc5-4dea-8516-ccf730572e42" providerId="ADAL" clId="{B68D55B4-C588-42C0-888D-33274ED0F496}" dt="2023-03-10T06:49:06.978" v="4184" actId="1076"/>
        <pc:sldMkLst>
          <pc:docMk/>
          <pc:sldMk cId="3667612092" sldId="627"/>
        </pc:sldMkLst>
      </pc:sldChg>
      <pc:sldChg chg="addSp delSp modSp mod">
        <pc:chgData name="Øyvind Wiig Petersen" userId="8db00c4c-acc5-4dea-8516-ccf730572e42" providerId="ADAL" clId="{B68D55B4-C588-42C0-888D-33274ED0F496}" dt="2023-03-10T06:40:08.796" v="4089" actId="1076"/>
        <pc:sldMkLst>
          <pc:docMk/>
          <pc:sldMk cId="1183481401" sldId="628"/>
        </pc:sldMkLst>
      </pc:sldChg>
      <pc:sldChg chg="modSp mod">
        <pc:chgData name="Øyvind Wiig Petersen" userId="8db00c4c-acc5-4dea-8516-ccf730572e42" providerId="ADAL" clId="{B68D55B4-C588-42C0-888D-33274ED0F496}" dt="2023-03-10T06:49:34.087" v="4212" actId="1076"/>
        <pc:sldMkLst>
          <pc:docMk/>
          <pc:sldMk cId="2284645702" sldId="631"/>
        </pc:sldMkLst>
      </pc:sldChg>
      <pc:sldChg chg="modSp mod">
        <pc:chgData name="Øyvind Wiig Petersen" userId="8db00c4c-acc5-4dea-8516-ccf730572e42" providerId="ADAL" clId="{B68D55B4-C588-42C0-888D-33274ED0F496}" dt="2023-03-10T06:23:03.803" v="3654" actId="1037"/>
        <pc:sldMkLst>
          <pc:docMk/>
          <pc:sldMk cId="428394582" sldId="633"/>
        </pc:sldMkLst>
      </pc:sldChg>
      <pc:sldChg chg="addSp delSp modSp mod">
        <pc:chgData name="Øyvind Wiig Petersen" userId="8db00c4c-acc5-4dea-8516-ccf730572e42" providerId="ADAL" clId="{B68D55B4-C588-42C0-888D-33274ED0F496}" dt="2023-03-11T06:59:29.351" v="4798" actId="1076"/>
        <pc:sldMkLst>
          <pc:docMk/>
          <pc:sldMk cId="3083339573" sldId="634"/>
        </pc:sldMkLst>
      </pc:sldChg>
      <pc:sldChg chg="modSp mod">
        <pc:chgData name="Øyvind Wiig Petersen" userId="8db00c4c-acc5-4dea-8516-ccf730572e42" providerId="ADAL" clId="{B68D55B4-C588-42C0-888D-33274ED0F496}" dt="2023-03-10T06:37:37.869" v="3970" actId="1076"/>
        <pc:sldMkLst>
          <pc:docMk/>
          <pc:sldMk cId="1476487555" sldId="637"/>
        </pc:sldMkLst>
      </pc:sldChg>
      <pc:sldChg chg="modSp mod">
        <pc:chgData name="Øyvind Wiig Petersen" userId="8db00c4c-acc5-4dea-8516-ccf730572e42" providerId="ADAL" clId="{B68D55B4-C588-42C0-888D-33274ED0F496}" dt="2023-03-11T08:12:42.797" v="5253" actId="108"/>
        <pc:sldMkLst>
          <pc:docMk/>
          <pc:sldMk cId="1622335411" sldId="641"/>
        </pc:sldMkLst>
      </pc:sldChg>
      <pc:sldChg chg="addSp delSp modSp mod">
        <pc:chgData name="Øyvind Wiig Petersen" userId="8db00c4c-acc5-4dea-8516-ccf730572e42" providerId="ADAL" clId="{B68D55B4-C588-42C0-888D-33274ED0F496}" dt="2023-03-11T08:10:08.431" v="5251" actId="1036"/>
        <pc:sldMkLst>
          <pc:docMk/>
          <pc:sldMk cId="1079732605" sldId="643"/>
        </pc:sldMkLst>
      </pc:sldChg>
      <pc:sldChg chg="modSp mod ord modShow">
        <pc:chgData name="Øyvind Wiig Petersen" userId="8db00c4c-acc5-4dea-8516-ccf730572e42" providerId="ADAL" clId="{B68D55B4-C588-42C0-888D-33274ED0F496}" dt="2023-03-20T14:31:55.689" v="6165"/>
        <pc:sldMkLst>
          <pc:docMk/>
          <pc:sldMk cId="2839871222" sldId="645"/>
        </pc:sldMkLst>
      </pc:sldChg>
      <pc:sldChg chg="modSp mod">
        <pc:chgData name="Øyvind Wiig Petersen" userId="8db00c4c-acc5-4dea-8516-ccf730572e42" providerId="ADAL" clId="{B68D55B4-C588-42C0-888D-33274ED0F496}" dt="2023-03-10T06:34:07.944" v="3862" actId="1076"/>
        <pc:sldMkLst>
          <pc:docMk/>
          <pc:sldMk cId="388537602" sldId="650"/>
        </pc:sldMkLst>
      </pc:sldChg>
      <pc:sldChg chg="modSp mod">
        <pc:chgData name="Øyvind Wiig Petersen" userId="8db00c4c-acc5-4dea-8516-ccf730572e42" providerId="ADAL" clId="{B68D55B4-C588-42C0-888D-33274ED0F496}" dt="2023-03-10T06:31:33.319" v="3802" actId="14861"/>
        <pc:sldMkLst>
          <pc:docMk/>
          <pc:sldMk cId="4072674618" sldId="653"/>
        </pc:sldMkLst>
      </pc:sldChg>
      <pc:sldChg chg="addSp delSp modSp mod">
        <pc:chgData name="Øyvind Wiig Petersen" userId="8db00c4c-acc5-4dea-8516-ccf730572e42" providerId="ADAL" clId="{B68D55B4-C588-42C0-888D-33274ED0F496}" dt="2023-03-10T06:36:57.831" v="3961" actId="14100"/>
        <pc:sldMkLst>
          <pc:docMk/>
          <pc:sldMk cId="1349540264" sldId="655"/>
        </pc:sldMkLst>
      </pc:sldChg>
      <pc:sldChg chg="modSp mod">
        <pc:chgData name="Øyvind Wiig Petersen" userId="8db00c4c-acc5-4dea-8516-ccf730572e42" providerId="ADAL" clId="{B68D55B4-C588-42C0-888D-33274ED0F496}" dt="2023-03-15T11:57:13.690" v="5900"/>
        <pc:sldMkLst>
          <pc:docMk/>
          <pc:sldMk cId="3224645840" sldId="659"/>
        </pc:sldMkLst>
      </pc:sldChg>
      <pc:sldChg chg="modSp del mod">
        <pc:chgData name="Øyvind Wiig Petersen" userId="8db00c4c-acc5-4dea-8516-ccf730572e42" providerId="ADAL" clId="{B68D55B4-C588-42C0-888D-33274ED0F496}" dt="2023-03-15T11:45:43.619" v="5869" actId="2696"/>
        <pc:sldMkLst>
          <pc:docMk/>
          <pc:sldMk cId="2587300774" sldId="662"/>
        </pc:sldMkLst>
      </pc:sldChg>
      <pc:sldChg chg="modSp mod">
        <pc:chgData name="Øyvind Wiig Petersen" userId="8db00c4c-acc5-4dea-8516-ccf730572e42" providerId="ADAL" clId="{B68D55B4-C588-42C0-888D-33274ED0F496}" dt="2023-03-20T14:34:34.309" v="6167"/>
        <pc:sldMkLst>
          <pc:docMk/>
          <pc:sldMk cId="3174034439" sldId="664"/>
        </pc:sldMkLst>
      </pc:sldChg>
      <pc:sldChg chg="addSp delSp modSp mod">
        <pc:chgData name="Øyvind Wiig Petersen" userId="8db00c4c-acc5-4dea-8516-ccf730572e42" providerId="ADAL" clId="{B68D55B4-C588-42C0-888D-33274ED0F496}" dt="2023-03-11T07:13:05.019" v="4926" actId="478"/>
        <pc:sldMkLst>
          <pc:docMk/>
          <pc:sldMk cId="585415830" sldId="665"/>
        </pc:sldMkLst>
      </pc:sldChg>
      <pc:sldChg chg="modSp mod">
        <pc:chgData name="Øyvind Wiig Petersen" userId="8db00c4c-acc5-4dea-8516-ccf730572e42" providerId="ADAL" clId="{B68D55B4-C588-42C0-888D-33274ED0F496}" dt="2023-03-10T06:55:33.823" v="4305" actId="20577"/>
        <pc:sldMkLst>
          <pc:docMk/>
          <pc:sldMk cId="1678330717" sldId="667"/>
        </pc:sldMkLst>
      </pc:sldChg>
      <pc:sldChg chg="modSp mod">
        <pc:chgData name="Øyvind Wiig Petersen" userId="8db00c4c-acc5-4dea-8516-ccf730572e42" providerId="ADAL" clId="{B68D55B4-C588-42C0-888D-33274ED0F496}" dt="2023-03-10T06:37:07.225" v="3964" actId="404"/>
        <pc:sldMkLst>
          <pc:docMk/>
          <pc:sldMk cId="4173419888" sldId="669"/>
        </pc:sldMkLst>
      </pc:sldChg>
      <pc:sldChg chg="modSp mod">
        <pc:chgData name="Øyvind Wiig Petersen" userId="8db00c4c-acc5-4dea-8516-ccf730572e42" providerId="ADAL" clId="{B68D55B4-C588-42C0-888D-33274ED0F496}" dt="2023-03-10T06:33:44.579" v="3859" actId="14100"/>
        <pc:sldMkLst>
          <pc:docMk/>
          <pc:sldMk cId="2107164242" sldId="670"/>
        </pc:sldMkLst>
      </pc:sldChg>
      <pc:sldChg chg="modSp mod ord">
        <pc:chgData name="Øyvind Wiig Petersen" userId="8db00c4c-acc5-4dea-8516-ccf730572e42" providerId="ADAL" clId="{B68D55B4-C588-42C0-888D-33274ED0F496}" dt="2023-03-08T09:17:06.026" v="6" actId="122"/>
        <pc:sldMkLst>
          <pc:docMk/>
          <pc:sldMk cId="2823820961" sldId="672"/>
        </pc:sldMkLst>
      </pc:sldChg>
      <pc:sldChg chg="modSp mod">
        <pc:chgData name="Øyvind Wiig Petersen" userId="8db00c4c-acc5-4dea-8516-ccf730572e42" providerId="ADAL" clId="{B68D55B4-C588-42C0-888D-33274ED0F496}" dt="2023-03-10T06:57:02.953" v="4354" actId="1076"/>
        <pc:sldMkLst>
          <pc:docMk/>
          <pc:sldMk cId="2482254751" sldId="676"/>
        </pc:sldMkLst>
      </pc:sldChg>
      <pc:sldChg chg="modSp mod">
        <pc:chgData name="Øyvind Wiig Petersen" userId="8db00c4c-acc5-4dea-8516-ccf730572e42" providerId="ADAL" clId="{B68D55B4-C588-42C0-888D-33274ED0F496}" dt="2023-03-10T06:58:14.812" v="4411" actId="1076"/>
        <pc:sldMkLst>
          <pc:docMk/>
          <pc:sldMk cId="166198332" sldId="677"/>
        </pc:sldMkLst>
      </pc:sldChg>
      <pc:sldChg chg="del">
        <pc:chgData name="Øyvind Wiig Petersen" userId="8db00c4c-acc5-4dea-8516-ccf730572e42" providerId="ADAL" clId="{B68D55B4-C588-42C0-888D-33274ED0F496}" dt="2023-03-10T07:00:00.049" v="4418" actId="2696"/>
        <pc:sldMkLst>
          <pc:docMk/>
          <pc:sldMk cId="4052170970" sldId="678"/>
        </pc:sldMkLst>
      </pc:sldChg>
      <pc:sldChg chg="addSp delSp modSp mod ord modAnim">
        <pc:chgData name="Øyvind Wiig Petersen" userId="8db00c4c-acc5-4dea-8516-ccf730572e42" providerId="ADAL" clId="{B68D55B4-C588-42C0-888D-33274ED0F496}" dt="2023-03-23T09:26:35.144" v="6351" actId="14100"/>
        <pc:sldMkLst>
          <pc:docMk/>
          <pc:sldMk cId="3690683010" sldId="680"/>
        </pc:sldMkLst>
      </pc:sldChg>
      <pc:sldChg chg="del">
        <pc:chgData name="Øyvind Wiig Petersen" userId="8db00c4c-acc5-4dea-8516-ccf730572e42" providerId="ADAL" clId="{B68D55B4-C588-42C0-888D-33274ED0F496}" dt="2023-03-09T12:13:16.934" v="3399" actId="2696"/>
        <pc:sldMkLst>
          <pc:docMk/>
          <pc:sldMk cId="4022388914" sldId="681"/>
        </pc:sldMkLst>
      </pc:sldChg>
      <pc:sldChg chg="modSp add mod">
        <pc:chgData name="Øyvind Wiig Petersen" userId="8db00c4c-acc5-4dea-8516-ccf730572e42" providerId="ADAL" clId="{B68D55B4-C588-42C0-888D-33274ED0F496}" dt="2023-03-09T12:13:07.204" v="3398" actId="20577"/>
        <pc:sldMkLst>
          <pc:docMk/>
          <pc:sldMk cId="1080897543" sldId="687"/>
        </pc:sldMkLst>
      </pc:sldChg>
      <pc:sldChg chg="add mod modShow">
        <pc:chgData name="Øyvind Wiig Petersen" userId="8db00c4c-acc5-4dea-8516-ccf730572e42" providerId="ADAL" clId="{B68D55B4-C588-42C0-888D-33274ED0F496}" dt="2023-03-10T07:00:09.928" v="4419" actId="729"/>
        <pc:sldMkLst>
          <pc:docMk/>
          <pc:sldMk cId="139183055" sldId="688"/>
        </pc:sldMkLst>
      </pc:sldChg>
      <pc:sldChg chg="addSp delSp modSp add mod ord modShow">
        <pc:chgData name="Øyvind Wiig Petersen" userId="8db00c4c-acc5-4dea-8516-ccf730572e42" providerId="ADAL" clId="{B68D55B4-C588-42C0-888D-33274ED0F496}" dt="2023-03-09T12:00:19.978" v="3325"/>
        <pc:sldMkLst>
          <pc:docMk/>
          <pc:sldMk cId="4145184486" sldId="689"/>
        </pc:sldMkLst>
      </pc:sldChg>
      <pc:sldChg chg="addSp delSp modSp new del mod">
        <pc:chgData name="Øyvind Wiig Petersen" userId="8db00c4c-acc5-4dea-8516-ccf730572e42" providerId="ADAL" clId="{B68D55B4-C588-42C0-888D-33274ED0F496}" dt="2023-03-09T11:51:38.114" v="3218" actId="2696"/>
        <pc:sldMkLst>
          <pc:docMk/>
          <pc:sldMk cId="2349359907" sldId="690"/>
        </pc:sldMkLst>
      </pc:sldChg>
      <pc:sldChg chg="addSp delSp modSp new mod modAnim">
        <pc:chgData name="Øyvind Wiig Petersen" userId="8db00c4c-acc5-4dea-8516-ccf730572e42" providerId="ADAL" clId="{B68D55B4-C588-42C0-888D-33274ED0F496}" dt="2023-03-13T12:15:23.258" v="5710"/>
        <pc:sldMkLst>
          <pc:docMk/>
          <pc:sldMk cId="346543498" sldId="691"/>
        </pc:sldMkLst>
      </pc:sldChg>
      <pc:sldChg chg="modSp new mod">
        <pc:chgData name="Øyvind Wiig Petersen" userId="8db00c4c-acc5-4dea-8516-ccf730572e42" providerId="ADAL" clId="{B68D55B4-C588-42C0-888D-33274ED0F496}" dt="2023-03-09T09:41:51.408" v="1719" actId="5793"/>
        <pc:sldMkLst>
          <pc:docMk/>
          <pc:sldMk cId="885682332" sldId="692"/>
        </pc:sldMkLst>
      </pc:sldChg>
      <pc:sldChg chg="addSp delSp modSp new mod ord">
        <pc:chgData name="Øyvind Wiig Petersen" userId="8db00c4c-acc5-4dea-8516-ccf730572e42" providerId="ADAL" clId="{B68D55B4-C588-42C0-888D-33274ED0F496}" dt="2023-03-21T06:49:04.847" v="6229" actId="1076"/>
        <pc:sldMkLst>
          <pc:docMk/>
          <pc:sldMk cId="2112676033" sldId="693"/>
        </pc:sldMkLst>
      </pc:sldChg>
      <pc:sldChg chg="new del">
        <pc:chgData name="Øyvind Wiig Petersen" userId="8db00c4c-acc5-4dea-8516-ccf730572e42" providerId="ADAL" clId="{B68D55B4-C588-42C0-888D-33274ED0F496}" dt="2023-03-09T11:40:18.572" v="2874" actId="680"/>
        <pc:sldMkLst>
          <pc:docMk/>
          <pc:sldMk cId="2213671495" sldId="694"/>
        </pc:sldMkLst>
      </pc:sldChg>
      <pc:sldChg chg="addSp delSp modSp add mod">
        <pc:chgData name="Øyvind Wiig Petersen" userId="8db00c4c-acc5-4dea-8516-ccf730572e42" providerId="ADAL" clId="{B68D55B4-C588-42C0-888D-33274ED0F496}" dt="2023-03-11T07:17:17.554" v="4965" actId="1076"/>
        <pc:sldMkLst>
          <pc:docMk/>
          <pc:sldMk cId="3666994827" sldId="694"/>
        </pc:sldMkLst>
      </pc:sldChg>
      <pc:sldChg chg="addSp delSp modSp new mod modAnim">
        <pc:chgData name="Øyvind Wiig Petersen" userId="8db00c4c-acc5-4dea-8516-ccf730572e42" providerId="ADAL" clId="{B68D55B4-C588-42C0-888D-33274ED0F496}" dt="2023-03-14T11:56:48.165" v="5825"/>
        <pc:sldMkLst>
          <pc:docMk/>
          <pc:sldMk cId="30948601" sldId="695"/>
        </pc:sldMkLst>
      </pc:sldChg>
      <pc:sldChg chg="modSp add">
        <pc:chgData name="Øyvind Wiig Petersen" userId="8db00c4c-acc5-4dea-8516-ccf730572e42" providerId="ADAL" clId="{B68D55B4-C588-42C0-888D-33274ED0F496}" dt="2023-03-10T06:59:47.741" v="4417"/>
        <pc:sldMkLst>
          <pc:docMk/>
          <pc:sldMk cId="3527605035" sldId="696"/>
        </pc:sldMkLst>
      </pc:sldChg>
      <pc:sldChg chg="addSp delSp modSp add mod">
        <pc:chgData name="Øyvind Wiig Petersen" userId="8db00c4c-acc5-4dea-8516-ccf730572e42" providerId="ADAL" clId="{B68D55B4-C588-42C0-888D-33274ED0F496}" dt="2023-03-20T20:04:13.712" v="6204"/>
        <pc:sldMkLst>
          <pc:docMk/>
          <pc:sldMk cId="732973673" sldId="697"/>
        </pc:sldMkLst>
      </pc:sldChg>
      <pc:sldChg chg="addSp delSp modSp add mod">
        <pc:chgData name="Øyvind Wiig Petersen" userId="8db00c4c-acc5-4dea-8516-ccf730572e42" providerId="ADAL" clId="{B68D55B4-C588-42C0-888D-33274ED0F496}" dt="2023-03-12T15:46:46.305" v="5687"/>
        <pc:sldMkLst>
          <pc:docMk/>
          <pc:sldMk cId="972800360" sldId="698"/>
        </pc:sldMkLst>
      </pc:sldChg>
      <pc:sldChg chg="modSp add">
        <pc:chgData name="Øyvind Wiig Petersen" userId="8db00c4c-acc5-4dea-8516-ccf730572e42" providerId="ADAL" clId="{B68D55B4-C588-42C0-888D-33274ED0F496}" dt="2023-03-12T18:54:56.482" v="5690"/>
        <pc:sldMkLst>
          <pc:docMk/>
          <pc:sldMk cId="1355441679" sldId="699"/>
        </pc:sldMkLst>
      </pc:sldChg>
      <pc:sldChg chg="addSp delSp modSp add mod">
        <pc:chgData name="Øyvind Wiig Petersen" userId="8db00c4c-acc5-4dea-8516-ccf730572e42" providerId="ADAL" clId="{B68D55B4-C588-42C0-888D-33274ED0F496}" dt="2023-03-14T11:54:55.013" v="5818" actId="21"/>
        <pc:sldMkLst>
          <pc:docMk/>
          <pc:sldMk cId="1664865800" sldId="700"/>
        </pc:sldMkLst>
      </pc:sldChg>
      <pc:sldChg chg="modSp add ord">
        <pc:chgData name="Øyvind Wiig Petersen" userId="8db00c4c-acc5-4dea-8516-ccf730572e42" providerId="ADAL" clId="{B68D55B4-C588-42C0-888D-33274ED0F496}" dt="2023-03-14T11:52:31.359" v="5782"/>
        <pc:sldMkLst>
          <pc:docMk/>
          <pc:sldMk cId="3131526865" sldId="701"/>
        </pc:sldMkLst>
      </pc:sldChg>
      <pc:sldChg chg="addSp delSp modSp add mod">
        <pc:chgData name="Øyvind Wiig Petersen" userId="8db00c4c-acc5-4dea-8516-ccf730572e42" providerId="ADAL" clId="{B68D55B4-C588-42C0-888D-33274ED0F496}" dt="2023-03-14T11:54:49.494" v="5817" actId="21"/>
        <pc:sldMkLst>
          <pc:docMk/>
          <pc:sldMk cId="2272045144" sldId="702"/>
        </pc:sldMkLst>
      </pc:sldChg>
      <pc:sldChg chg="modSp add">
        <pc:chgData name="Øyvind Wiig Petersen" userId="8db00c4c-acc5-4dea-8516-ccf730572e42" providerId="ADAL" clId="{B68D55B4-C588-42C0-888D-33274ED0F496}" dt="2023-03-14T11:55:56.613" v="5821" actId="14826"/>
        <pc:sldMkLst>
          <pc:docMk/>
          <pc:sldMk cId="367948738" sldId="703"/>
        </pc:sldMkLst>
      </pc:sldChg>
      <pc:sldChg chg="modSp add mod">
        <pc:chgData name="Øyvind Wiig Petersen" userId="8db00c4c-acc5-4dea-8516-ccf730572e42" providerId="ADAL" clId="{B68D55B4-C588-42C0-888D-33274ED0F496}" dt="2023-03-19T18:16:48.047" v="6111"/>
        <pc:sldMkLst>
          <pc:docMk/>
          <pc:sldMk cId="3601277903" sldId="704"/>
        </pc:sldMkLst>
      </pc:sldChg>
      <pc:sldChg chg="addSp delSp modSp add mod">
        <pc:chgData name="Øyvind Wiig Petersen" userId="8db00c4c-acc5-4dea-8516-ccf730572e42" providerId="ADAL" clId="{B68D55B4-C588-42C0-888D-33274ED0F496}" dt="2023-03-20T15:00:25.497" v="6183" actId="1076"/>
        <pc:sldMkLst>
          <pc:docMk/>
          <pc:sldMk cId="1055919044" sldId="705"/>
        </pc:sldMkLst>
      </pc:sldChg>
      <pc:sldChg chg="delSp modSp add mod">
        <pc:chgData name="Øyvind Wiig Petersen" userId="8db00c4c-acc5-4dea-8516-ccf730572e42" providerId="ADAL" clId="{B68D55B4-C588-42C0-888D-33274ED0F496}" dt="2023-03-21T14:50:11.539" v="6254"/>
        <pc:sldMkLst>
          <pc:docMk/>
          <pc:sldMk cId="1235534667" sldId="706"/>
        </pc:sldMkLst>
      </pc:sldChg>
      <pc:sldChg chg="addSp modSp add mod">
        <pc:chgData name="Øyvind Wiig Petersen" userId="8db00c4c-acc5-4dea-8516-ccf730572e42" providerId="ADAL" clId="{B68D55B4-C588-42C0-888D-33274ED0F496}" dt="2023-03-22T09:28:14.517" v="6311" actId="1076"/>
        <pc:sldMkLst>
          <pc:docMk/>
          <pc:sldMk cId="57814939" sldId="707"/>
        </pc:sldMkLst>
      </pc:sldChg>
      <pc:sldChg chg="add del">
        <pc:chgData name="Øyvind Wiig Petersen" userId="8db00c4c-acc5-4dea-8516-ccf730572e42" providerId="ADAL" clId="{B68D55B4-C588-42C0-888D-33274ED0F496}" dt="2023-03-23T07:26:13.844" v="6313"/>
        <pc:sldMkLst>
          <pc:docMk/>
          <pc:sldMk cId="2383269675" sldId="708"/>
        </pc:sldMkLst>
      </pc:sldChg>
      <pc:sldChg chg="addSp delSp modSp add mod">
        <pc:chgData name="Øyvind Wiig Petersen" userId="8db00c4c-acc5-4dea-8516-ccf730572e42" providerId="ADAL" clId="{B68D55B4-C588-42C0-888D-33274ED0F496}" dt="2023-03-23T07:44:17.149" v="6346" actId="1076"/>
        <pc:sldMkLst>
          <pc:docMk/>
          <pc:sldMk cId="2725186707" sldId="708"/>
        </pc:sldMkLst>
      </pc:sldChg>
      <pc:sldMasterChg chg="modSldLayout">
        <pc:chgData name="Øyvind Wiig Petersen" userId="8db00c4c-acc5-4dea-8516-ccf730572e42" providerId="ADAL" clId="{B68D55B4-C588-42C0-888D-33274ED0F496}" dt="2023-03-09T09:55:43.937" v="2175" actId="20577"/>
        <pc:sldMasterMkLst>
          <pc:docMk/>
          <pc:sldMasterMk cId="5777989" sldId="2147483648"/>
        </pc:sldMasterMkLst>
        <pc:sldLayoutChg chg="modSp mod">
          <pc:chgData name="Øyvind Wiig Petersen" userId="8db00c4c-acc5-4dea-8516-ccf730572e42" providerId="ADAL" clId="{B68D55B4-C588-42C0-888D-33274ED0F496}" dt="2023-03-09T09:55:43.937" v="2175" actId="20577"/>
          <pc:sldLayoutMkLst>
            <pc:docMk/>
            <pc:sldMasterMk cId="5777989" sldId="2147483648"/>
            <pc:sldLayoutMk cId="2060019826" sldId="2147483650"/>
          </pc:sldLayoutMkLst>
        </pc:sldLayoutChg>
      </pc:sldMasterChg>
    </pc:docChg>
  </pc:docChgLst>
  <pc:docChgLst>
    <pc:chgData name="Øyvind Wiig Petersen" userId="8db00c4c-acc5-4dea-8516-ccf730572e42" providerId="ADAL" clId="{C8DE1CF2-6AC3-4944-BB7E-1F68ACF1466B}"/>
    <pc:docChg chg="undo custSel addSld delSld modSld sldOrd">
      <pc:chgData name="Øyvind Wiig Petersen" userId="8db00c4c-acc5-4dea-8516-ccf730572e42" providerId="ADAL" clId="{C8DE1CF2-6AC3-4944-BB7E-1F68ACF1466B}" dt="2025-05-22T05:39:56.353" v="155" actId="20577"/>
      <pc:docMkLst>
        <pc:docMk/>
      </pc:docMkLst>
      <pc:sldChg chg="modSp mod">
        <pc:chgData name="Øyvind Wiig Petersen" userId="8db00c4c-acc5-4dea-8516-ccf730572e42" providerId="ADAL" clId="{C8DE1CF2-6AC3-4944-BB7E-1F68ACF1466B}" dt="2025-05-21T19:55:22.626" v="97" actId="20577"/>
        <pc:sldMkLst>
          <pc:docMk/>
          <pc:sldMk cId="1897226800" sldId="697"/>
        </pc:sldMkLst>
        <pc:spChg chg="mod">
          <ac:chgData name="Øyvind Wiig Petersen" userId="8db00c4c-acc5-4dea-8516-ccf730572e42" providerId="ADAL" clId="{C8DE1CF2-6AC3-4944-BB7E-1F68ACF1466B}" dt="2025-05-21T19:55:22.626" v="97" actId="20577"/>
          <ac:spMkLst>
            <pc:docMk/>
            <pc:sldMk cId="1897226800" sldId="697"/>
            <ac:spMk id="16" creationId="{938D193F-CBF2-59D9-6811-6B94AE63CC83}"/>
          </ac:spMkLst>
        </pc:spChg>
      </pc:sldChg>
      <pc:sldChg chg="addSp modSp add del mod modShow">
        <pc:chgData name="Øyvind Wiig Petersen" userId="8db00c4c-acc5-4dea-8516-ccf730572e42" providerId="ADAL" clId="{C8DE1CF2-6AC3-4944-BB7E-1F68ACF1466B}" dt="2025-05-21T19:46:40.935" v="19" actId="2696"/>
        <pc:sldMkLst>
          <pc:docMk/>
          <pc:sldMk cId="3166274185" sldId="698"/>
        </pc:sldMkLst>
      </pc:sldChg>
      <pc:sldChg chg="modSp mod">
        <pc:chgData name="Øyvind Wiig Petersen" userId="8db00c4c-acc5-4dea-8516-ccf730572e42" providerId="ADAL" clId="{C8DE1CF2-6AC3-4944-BB7E-1F68ACF1466B}" dt="2025-05-22T05:39:56.353" v="155" actId="20577"/>
        <pc:sldMkLst>
          <pc:docMk/>
          <pc:sldMk cId="848795201" sldId="699"/>
        </pc:sldMkLst>
        <pc:spChg chg="mod">
          <ac:chgData name="Øyvind Wiig Petersen" userId="8db00c4c-acc5-4dea-8516-ccf730572e42" providerId="ADAL" clId="{C8DE1CF2-6AC3-4944-BB7E-1F68ACF1466B}" dt="2025-05-22T05:39:56.353" v="155" actId="20577"/>
          <ac:spMkLst>
            <pc:docMk/>
            <pc:sldMk cId="848795201" sldId="699"/>
            <ac:spMk id="19" creationId="{360EC42B-6E25-7B40-3853-E4BB1CBBF757}"/>
          </ac:spMkLst>
        </pc:spChg>
        <pc:graphicFrameChg chg="mod">
          <ac:chgData name="Øyvind Wiig Petersen" userId="8db00c4c-acc5-4dea-8516-ccf730572e42" providerId="ADAL" clId="{C8DE1CF2-6AC3-4944-BB7E-1F68ACF1466B}" dt="2025-05-21T19:59:42.750" v="105" actId="1076"/>
          <ac:graphicFrameMkLst>
            <pc:docMk/>
            <pc:sldMk cId="848795201" sldId="699"/>
            <ac:graphicFrameMk id="11" creationId="{C096EF3B-0EB3-BC55-F576-6BD69E3C7706}"/>
          </ac:graphicFrameMkLst>
        </pc:graphicFrameChg>
      </pc:sldChg>
      <pc:sldChg chg="modSp">
        <pc:chgData name="Øyvind Wiig Petersen" userId="8db00c4c-acc5-4dea-8516-ccf730572e42" providerId="ADAL" clId="{C8DE1CF2-6AC3-4944-BB7E-1F68ACF1466B}" dt="2025-05-21T19:58:44.799" v="101"/>
        <pc:sldMkLst>
          <pc:docMk/>
          <pc:sldMk cId="1445242965" sldId="700"/>
        </pc:sldMkLst>
        <pc:graphicFrameChg chg="mod">
          <ac:chgData name="Øyvind Wiig Petersen" userId="8db00c4c-acc5-4dea-8516-ccf730572e42" providerId="ADAL" clId="{C8DE1CF2-6AC3-4944-BB7E-1F68ACF1466B}" dt="2025-05-21T19:58:44.799" v="101"/>
          <ac:graphicFrameMkLst>
            <pc:docMk/>
            <pc:sldMk cId="1445242965" sldId="700"/>
            <ac:graphicFrameMk id="14" creationId="{19F0E99C-61F7-C0A0-59E8-6BB334F8A312}"/>
          </ac:graphicFrameMkLst>
        </pc:graphicFrameChg>
      </pc:sldChg>
      <pc:sldChg chg="modSp add mod">
        <pc:chgData name="Øyvind Wiig Petersen" userId="8db00c4c-acc5-4dea-8516-ccf730572e42" providerId="ADAL" clId="{C8DE1CF2-6AC3-4944-BB7E-1F68ACF1466B}" dt="2025-05-21T19:54:49.781" v="81" actId="1036"/>
        <pc:sldMkLst>
          <pc:docMk/>
          <pc:sldMk cId="1572486706" sldId="701"/>
        </pc:sldMkLst>
        <pc:spChg chg="mod">
          <ac:chgData name="Øyvind Wiig Petersen" userId="8db00c4c-acc5-4dea-8516-ccf730572e42" providerId="ADAL" clId="{C8DE1CF2-6AC3-4944-BB7E-1F68ACF1466B}" dt="2025-05-21T19:49:12.567" v="71" actId="20577"/>
          <ac:spMkLst>
            <pc:docMk/>
            <pc:sldMk cId="1572486706" sldId="701"/>
            <ac:spMk id="18" creationId="{AC955365-8F3A-220B-2125-EAAC0087C40B}"/>
          </ac:spMkLst>
        </pc:spChg>
        <pc:graphicFrameChg chg="mod">
          <ac:chgData name="Øyvind Wiig Petersen" userId="8db00c4c-acc5-4dea-8516-ccf730572e42" providerId="ADAL" clId="{C8DE1CF2-6AC3-4944-BB7E-1F68ACF1466B}" dt="2025-05-21T19:54:47.112" v="78" actId="1036"/>
          <ac:graphicFrameMkLst>
            <pc:docMk/>
            <pc:sldMk cId="1572486706" sldId="701"/>
            <ac:graphicFrameMk id="4" creationId="{5D951191-629E-074C-5CDB-2005511DAB22}"/>
          </ac:graphicFrameMkLst>
        </pc:graphicFrameChg>
        <pc:graphicFrameChg chg="mod">
          <ac:chgData name="Øyvind Wiig Petersen" userId="8db00c4c-acc5-4dea-8516-ccf730572e42" providerId="ADAL" clId="{C8DE1CF2-6AC3-4944-BB7E-1F68ACF1466B}" dt="2025-05-21T19:54:49.781" v="81" actId="1036"/>
          <ac:graphicFrameMkLst>
            <pc:docMk/>
            <pc:sldMk cId="1572486706" sldId="701"/>
            <ac:graphicFrameMk id="14" creationId="{D591DE97-6846-2F77-A92C-03FE8E5D5C7F}"/>
          </ac:graphicFrameMkLst>
        </pc:graphicFrameChg>
      </pc:sldChg>
      <pc:sldChg chg="new del ord">
        <pc:chgData name="Øyvind Wiig Petersen" userId="8db00c4c-acc5-4dea-8516-ccf730572e42" providerId="ADAL" clId="{C8DE1CF2-6AC3-4944-BB7E-1F68ACF1466B}" dt="2025-05-21T19:48:47.054" v="38" actId="2696"/>
        <pc:sldMkLst>
          <pc:docMk/>
          <pc:sldMk cId="3560146696" sldId="702"/>
        </pc:sldMkLst>
      </pc:sldChg>
      <pc:sldChg chg="modSp add del mod">
        <pc:chgData name="Øyvind Wiig Petersen" userId="8db00c4c-acc5-4dea-8516-ccf730572e42" providerId="ADAL" clId="{C8DE1CF2-6AC3-4944-BB7E-1F68ACF1466B}" dt="2025-05-21T19:48:47.054" v="38" actId="2696"/>
        <pc:sldMkLst>
          <pc:docMk/>
          <pc:sldMk cId="2232206045" sldId="703"/>
        </pc:sldMkLst>
        <pc:graphicFrameChg chg="mod">
          <ac:chgData name="Øyvind Wiig Petersen" userId="8db00c4c-acc5-4dea-8516-ccf730572e42" providerId="ADAL" clId="{C8DE1CF2-6AC3-4944-BB7E-1F68ACF1466B}" dt="2025-05-21T19:48:15.865" v="37" actId="1035"/>
          <ac:graphicFrameMkLst>
            <pc:docMk/>
            <pc:sldMk cId="2232206045" sldId="703"/>
            <ac:graphicFrameMk id="5" creationId="{3406E6C1-5821-7E93-DBDB-BFA56828B0A0}"/>
          </ac:graphicFrameMkLst>
        </pc:graphicFrameChg>
      </pc:sldChg>
      <pc:sldChg chg="add del">
        <pc:chgData name="Øyvind Wiig Petersen" userId="8db00c4c-acc5-4dea-8516-ccf730572e42" providerId="ADAL" clId="{C8DE1CF2-6AC3-4944-BB7E-1F68ACF1466B}" dt="2025-05-21T19:46:49.908" v="24"/>
        <pc:sldMkLst>
          <pc:docMk/>
          <pc:sldMk cId="3288163340" sldId="703"/>
        </pc:sldMkLst>
      </pc:sldChg>
      <pc:sldChg chg="add del">
        <pc:chgData name="Øyvind Wiig Petersen" userId="8db00c4c-acc5-4dea-8516-ccf730572e42" providerId="ADAL" clId="{C8DE1CF2-6AC3-4944-BB7E-1F68ACF1466B}" dt="2025-05-21T19:48:47.054" v="38" actId="2696"/>
        <pc:sldMkLst>
          <pc:docMk/>
          <pc:sldMk cId="296182411" sldId="704"/>
        </pc:sldMkLst>
      </pc:sldChg>
      <pc:sldChg chg="add del">
        <pc:chgData name="Øyvind Wiig Petersen" userId="8db00c4c-acc5-4dea-8516-ccf730572e42" providerId="ADAL" clId="{C8DE1CF2-6AC3-4944-BB7E-1F68ACF1466B}" dt="2025-05-21T19:46:49.908" v="24"/>
        <pc:sldMkLst>
          <pc:docMk/>
          <pc:sldMk cId="3441252021" sldId="704"/>
        </pc:sldMkLst>
      </pc:sldChg>
      <pc:sldChg chg="add del">
        <pc:chgData name="Øyvind Wiig Petersen" userId="8db00c4c-acc5-4dea-8516-ccf730572e42" providerId="ADAL" clId="{C8DE1CF2-6AC3-4944-BB7E-1F68ACF1466B}" dt="2025-05-21T19:46:49.908" v="24"/>
        <pc:sldMkLst>
          <pc:docMk/>
          <pc:sldMk cId="4144861" sldId="705"/>
        </pc:sldMkLst>
      </pc:sldChg>
      <pc:sldChg chg="add del">
        <pc:chgData name="Øyvind Wiig Petersen" userId="8db00c4c-acc5-4dea-8516-ccf730572e42" providerId="ADAL" clId="{C8DE1CF2-6AC3-4944-BB7E-1F68ACF1466B}" dt="2025-05-21T19:48:47.054" v="38" actId="2696"/>
        <pc:sldMkLst>
          <pc:docMk/>
          <pc:sldMk cId="1454064084" sldId="705"/>
        </pc:sldMkLst>
      </pc:sldChg>
      <pc:sldChg chg="add del">
        <pc:chgData name="Øyvind Wiig Petersen" userId="8db00c4c-acc5-4dea-8516-ccf730572e42" providerId="ADAL" clId="{C8DE1CF2-6AC3-4944-BB7E-1F68ACF1466B}" dt="2025-05-21T19:48:47.054" v="38" actId="2696"/>
        <pc:sldMkLst>
          <pc:docMk/>
          <pc:sldMk cId="2096416350" sldId="706"/>
        </pc:sldMkLst>
      </pc:sldChg>
      <pc:sldChg chg="add del">
        <pc:chgData name="Øyvind Wiig Petersen" userId="8db00c4c-acc5-4dea-8516-ccf730572e42" providerId="ADAL" clId="{C8DE1CF2-6AC3-4944-BB7E-1F68ACF1466B}" dt="2025-05-21T19:46:49.908" v="24"/>
        <pc:sldMkLst>
          <pc:docMk/>
          <pc:sldMk cId="2535343231" sldId="706"/>
        </pc:sldMkLst>
      </pc:sldChg>
    </pc:docChg>
  </pc:docChgLst>
  <pc:docChgLst>
    <pc:chgData name="Øyvind Wiig Petersen" userId="8db00c4c-acc5-4dea-8516-ccf730572e42" providerId="ADAL" clId="{EC229B17-D200-4A66-BFA8-CC41CE6960C4}"/>
    <pc:docChg chg="undo custSel addSld delSld modSld sldOrd">
      <pc:chgData name="Øyvind Wiig Petersen" userId="8db00c4c-acc5-4dea-8516-ccf730572e42" providerId="ADAL" clId="{EC229B17-D200-4A66-BFA8-CC41CE6960C4}" dt="2024-07-09T06:33:40.004" v="1225" actId="1076"/>
      <pc:docMkLst>
        <pc:docMk/>
      </pc:docMkLst>
      <pc:sldChg chg="modSp mod">
        <pc:chgData name="Øyvind Wiig Petersen" userId="8db00c4c-acc5-4dea-8516-ccf730572e42" providerId="ADAL" clId="{EC229B17-D200-4A66-BFA8-CC41CE6960C4}" dt="2024-07-08T12:28:21.985" v="1121"/>
        <pc:sldMkLst>
          <pc:docMk/>
          <pc:sldMk cId="1834186742" sldId="618"/>
        </pc:sldMkLst>
      </pc:sldChg>
      <pc:sldChg chg="del">
        <pc:chgData name="Øyvind Wiig Petersen" userId="8db00c4c-acc5-4dea-8516-ccf730572e42" providerId="ADAL" clId="{EC229B17-D200-4A66-BFA8-CC41CE6960C4}" dt="2024-07-08T10:47:37.341" v="0" actId="2696"/>
        <pc:sldMkLst>
          <pc:docMk/>
          <pc:sldMk cId="194715326" sldId="685"/>
        </pc:sldMkLst>
      </pc:sldChg>
      <pc:sldChg chg="del">
        <pc:chgData name="Øyvind Wiig Petersen" userId="8db00c4c-acc5-4dea-8516-ccf730572e42" providerId="ADAL" clId="{EC229B17-D200-4A66-BFA8-CC41CE6960C4}" dt="2024-07-08T10:47:44.257" v="4" actId="2696"/>
        <pc:sldMkLst>
          <pc:docMk/>
          <pc:sldMk cId="648831874" sldId="691"/>
        </pc:sldMkLst>
      </pc:sldChg>
      <pc:sldChg chg="del">
        <pc:chgData name="Øyvind Wiig Petersen" userId="8db00c4c-acc5-4dea-8516-ccf730572e42" providerId="ADAL" clId="{EC229B17-D200-4A66-BFA8-CC41CE6960C4}" dt="2024-07-08T10:47:39.782" v="1" actId="2696"/>
        <pc:sldMkLst>
          <pc:docMk/>
          <pc:sldMk cId="2017266982" sldId="694"/>
        </pc:sldMkLst>
      </pc:sldChg>
      <pc:sldChg chg="del">
        <pc:chgData name="Øyvind Wiig Petersen" userId="8db00c4c-acc5-4dea-8516-ccf730572e42" providerId="ADAL" clId="{EC229B17-D200-4A66-BFA8-CC41CE6960C4}" dt="2024-07-08T10:47:42.773" v="3" actId="2696"/>
        <pc:sldMkLst>
          <pc:docMk/>
          <pc:sldMk cId="1398240539" sldId="695"/>
        </pc:sldMkLst>
      </pc:sldChg>
      <pc:sldChg chg="del">
        <pc:chgData name="Øyvind Wiig Petersen" userId="8db00c4c-acc5-4dea-8516-ccf730572e42" providerId="ADAL" clId="{EC229B17-D200-4A66-BFA8-CC41CE6960C4}" dt="2024-07-08T10:47:41.323" v="2" actId="2696"/>
        <pc:sldMkLst>
          <pc:docMk/>
          <pc:sldMk cId="4288151334" sldId="696"/>
        </pc:sldMkLst>
      </pc:sldChg>
      <pc:sldChg chg="addSp delSp modSp mod">
        <pc:chgData name="Øyvind Wiig Petersen" userId="8db00c4c-acc5-4dea-8516-ccf730572e42" providerId="ADAL" clId="{EC229B17-D200-4A66-BFA8-CC41CE6960C4}" dt="2024-07-08T18:54:48.311" v="1172"/>
        <pc:sldMkLst>
          <pc:docMk/>
          <pc:sldMk cId="1897226800" sldId="697"/>
        </pc:sldMkLst>
      </pc:sldChg>
      <pc:sldChg chg="addSp delSp modSp add mod ord">
        <pc:chgData name="Øyvind Wiig Petersen" userId="8db00c4c-acc5-4dea-8516-ccf730572e42" providerId="ADAL" clId="{EC229B17-D200-4A66-BFA8-CC41CE6960C4}" dt="2024-07-09T06:33:40.004" v="1225" actId="1076"/>
        <pc:sldMkLst>
          <pc:docMk/>
          <pc:sldMk cId="3166274185" sldId="698"/>
        </pc:sldMkLst>
      </pc:sldChg>
      <pc:sldChg chg="addSp delSp modSp add mod">
        <pc:chgData name="Øyvind Wiig Petersen" userId="8db00c4c-acc5-4dea-8516-ccf730572e42" providerId="ADAL" clId="{EC229B17-D200-4A66-BFA8-CC41CE6960C4}" dt="2024-07-08T12:29:04.167" v="1130" actId="21"/>
        <pc:sldMkLst>
          <pc:docMk/>
          <pc:sldMk cId="848795201" sldId="699"/>
        </pc:sldMkLst>
      </pc:sldChg>
      <pc:sldChg chg="addSp delSp modSp add mod ord">
        <pc:chgData name="Øyvind Wiig Petersen" userId="8db00c4c-acc5-4dea-8516-ccf730572e42" providerId="ADAL" clId="{EC229B17-D200-4A66-BFA8-CC41CE6960C4}" dt="2024-07-08T18:59:21.856" v="1224" actId="1035"/>
        <pc:sldMkLst>
          <pc:docMk/>
          <pc:sldMk cId="1445242965" sldId="700"/>
        </pc:sldMkLst>
      </pc:sldChg>
    </pc:docChg>
  </pc:docChgLst>
  <pc:docChgLst>
    <pc:chgData name="Øyvind Wiig Petersen" userId="8db00c4c-acc5-4dea-8516-ccf730572e42" providerId="ADAL" clId="{DCC58089-758B-4B53-9997-2CB1A544C216}"/>
    <pc:docChg chg="addSld modSld">
      <pc:chgData name="Øyvind Wiig Petersen" userId="8db00c4c-acc5-4dea-8516-ccf730572e42" providerId="ADAL" clId="{DCC58089-758B-4B53-9997-2CB1A544C216}" dt="2023-09-28T05:16:10.499" v="60" actId="1076"/>
      <pc:docMkLst>
        <pc:docMk/>
      </pc:docMkLst>
      <pc:sldChg chg="new">
        <pc:chgData name="Øyvind Wiig Petersen" userId="8db00c4c-acc5-4dea-8516-ccf730572e42" providerId="ADAL" clId="{DCC58089-758B-4B53-9997-2CB1A544C216}" dt="2023-09-27T15:24:41.789" v="0" actId="680"/>
        <pc:sldMkLst>
          <pc:docMk/>
          <pc:sldMk cId="3236549055" sldId="692"/>
        </pc:sldMkLst>
      </pc:sldChg>
      <pc:sldChg chg="modSp add mod">
        <pc:chgData name="Øyvind Wiig Petersen" userId="8db00c4c-acc5-4dea-8516-ccf730572e42" providerId="ADAL" clId="{DCC58089-758B-4B53-9997-2CB1A544C216}" dt="2023-09-28T05:16:10.499" v="60" actId="1076"/>
        <pc:sldMkLst>
          <pc:docMk/>
          <pc:sldMk cId="3659960245" sldId="693"/>
        </pc:sldMkLst>
      </pc:sldChg>
    </pc:docChg>
  </pc:docChgLst>
  <pc:docChgLst>
    <pc:chgData name="Øyvind Wiig Petersen" userId="8db00c4c-acc5-4dea-8516-ccf730572e42" providerId="ADAL" clId="{0787BEEA-49C6-446A-8E9C-68AC7B8E53CE}"/>
    <pc:docChg chg="undo redo custSel addSld delSld modSld sldOrd modMainMaster">
      <pc:chgData name="Øyvind Wiig Petersen" userId="8db00c4c-acc5-4dea-8516-ccf730572e42" providerId="ADAL" clId="{0787BEEA-49C6-446A-8E9C-68AC7B8E53CE}" dt="2022-11-23T09:44:41.899" v="4300" actId="1076"/>
      <pc:docMkLst>
        <pc:docMk/>
      </pc:docMkLst>
      <pc:sldChg chg="addSp modSp mod">
        <pc:chgData name="Øyvind Wiig Petersen" userId="8db00c4c-acc5-4dea-8516-ccf730572e42" providerId="ADAL" clId="{0787BEEA-49C6-446A-8E9C-68AC7B8E53CE}" dt="2022-11-13T08:58:54.338" v="2783" actId="1076"/>
        <pc:sldMkLst>
          <pc:docMk/>
          <pc:sldMk cId="2288825761" sldId="623"/>
        </pc:sldMkLst>
      </pc:sldChg>
      <pc:sldChg chg="delSp del mod">
        <pc:chgData name="Øyvind Wiig Petersen" userId="8db00c4c-acc5-4dea-8516-ccf730572e42" providerId="ADAL" clId="{0787BEEA-49C6-446A-8E9C-68AC7B8E53CE}" dt="2022-11-13T08:58:56.280" v="2784" actId="2696"/>
        <pc:sldMkLst>
          <pc:docMk/>
          <pc:sldMk cId="3169182209" sldId="625"/>
        </pc:sldMkLst>
      </pc:sldChg>
      <pc:sldChg chg="modSp mod">
        <pc:chgData name="Øyvind Wiig Petersen" userId="8db00c4c-acc5-4dea-8516-ccf730572e42" providerId="ADAL" clId="{0787BEEA-49C6-446A-8E9C-68AC7B8E53CE}" dt="2022-11-13T15:20:45.002" v="2901" actId="1076"/>
        <pc:sldMkLst>
          <pc:docMk/>
          <pc:sldMk cId="1395816489" sldId="626"/>
        </pc:sldMkLst>
      </pc:sldChg>
      <pc:sldChg chg="addSp modSp mod">
        <pc:chgData name="Øyvind Wiig Petersen" userId="8db00c4c-acc5-4dea-8516-ccf730572e42" providerId="ADAL" clId="{0787BEEA-49C6-446A-8E9C-68AC7B8E53CE}" dt="2022-11-21T14:23:16.813" v="4290"/>
        <pc:sldMkLst>
          <pc:docMk/>
          <pc:sldMk cId="3667612092" sldId="627"/>
        </pc:sldMkLst>
      </pc:sldChg>
      <pc:sldChg chg="modSp mod ord modShow">
        <pc:chgData name="Øyvind Wiig Petersen" userId="8db00c4c-acc5-4dea-8516-ccf730572e42" providerId="ADAL" clId="{0787BEEA-49C6-446A-8E9C-68AC7B8E53CE}" dt="2022-11-12T19:28:45.292" v="2328"/>
        <pc:sldMkLst>
          <pc:docMk/>
          <pc:sldMk cId="2071881697" sldId="629"/>
        </pc:sldMkLst>
      </pc:sldChg>
      <pc:sldChg chg="modSp mod">
        <pc:chgData name="Øyvind Wiig Petersen" userId="8db00c4c-acc5-4dea-8516-ccf730572e42" providerId="ADAL" clId="{0787BEEA-49C6-446A-8E9C-68AC7B8E53CE}" dt="2022-11-12T19:32:36.349" v="2337" actId="1076"/>
        <pc:sldMkLst>
          <pc:docMk/>
          <pc:sldMk cId="2284645702" sldId="631"/>
        </pc:sldMkLst>
      </pc:sldChg>
      <pc:sldChg chg="addSp delSp modSp mod">
        <pc:chgData name="Øyvind Wiig Petersen" userId="8db00c4c-acc5-4dea-8516-ccf730572e42" providerId="ADAL" clId="{0787BEEA-49C6-446A-8E9C-68AC7B8E53CE}" dt="2022-11-13T15:24:43.289" v="3203" actId="20577"/>
        <pc:sldMkLst>
          <pc:docMk/>
          <pc:sldMk cId="428394582" sldId="633"/>
        </pc:sldMkLst>
      </pc:sldChg>
      <pc:sldChg chg="mod ord modShow">
        <pc:chgData name="Øyvind Wiig Petersen" userId="8db00c4c-acc5-4dea-8516-ccf730572e42" providerId="ADAL" clId="{0787BEEA-49C6-446A-8E9C-68AC7B8E53CE}" dt="2022-11-12T19:00:02.895" v="2047"/>
        <pc:sldMkLst>
          <pc:docMk/>
          <pc:sldMk cId="2822860865" sldId="638"/>
        </pc:sldMkLst>
      </pc:sldChg>
      <pc:sldChg chg="addSp delSp modSp mod">
        <pc:chgData name="Øyvind Wiig Petersen" userId="8db00c4c-acc5-4dea-8516-ccf730572e42" providerId="ADAL" clId="{0787BEEA-49C6-446A-8E9C-68AC7B8E53CE}" dt="2022-11-13T20:27:06.410" v="3349" actId="20577"/>
        <pc:sldMkLst>
          <pc:docMk/>
          <pc:sldMk cId="1622335411" sldId="641"/>
        </pc:sldMkLst>
      </pc:sldChg>
      <pc:sldChg chg="addSp delSp modSp mod ord modShow">
        <pc:chgData name="Øyvind Wiig Petersen" userId="8db00c4c-acc5-4dea-8516-ccf730572e42" providerId="ADAL" clId="{0787BEEA-49C6-446A-8E9C-68AC7B8E53CE}" dt="2022-11-15T10:22:11.790" v="3961"/>
        <pc:sldMkLst>
          <pc:docMk/>
          <pc:sldMk cId="2839871222" sldId="645"/>
        </pc:sldMkLst>
      </pc:sldChg>
      <pc:sldChg chg="del mod ord modShow">
        <pc:chgData name="Øyvind Wiig Petersen" userId="8db00c4c-acc5-4dea-8516-ccf730572e42" providerId="ADAL" clId="{0787BEEA-49C6-446A-8E9C-68AC7B8E53CE}" dt="2022-11-13T07:55:46.486" v="2498" actId="2696"/>
        <pc:sldMkLst>
          <pc:docMk/>
          <pc:sldMk cId="3320575328" sldId="646"/>
        </pc:sldMkLst>
      </pc:sldChg>
      <pc:sldChg chg="mod ord modShow">
        <pc:chgData name="Øyvind Wiig Petersen" userId="8db00c4c-acc5-4dea-8516-ccf730572e42" providerId="ADAL" clId="{0787BEEA-49C6-446A-8E9C-68AC7B8E53CE}" dt="2022-11-12T19:00:02.895" v="2047"/>
        <pc:sldMkLst>
          <pc:docMk/>
          <pc:sldMk cId="1327942750" sldId="648"/>
        </pc:sldMkLst>
      </pc:sldChg>
      <pc:sldChg chg="modSp mod">
        <pc:chgData name="Øyvind Wiig Petersen" userId="8db00c4c-acc5-4dea-8516-ccf730572e42" providerId="ADAL" clId="{0787BEEA-49C6-446A-8E9C-68AC7B8E53CE}" dt="2022-11-13T08:09:43.136" v="2511" actId="20577"/>
        <pc:sldMkLst>
          <pc:docMk/>
          <pc:sldMk cId="388537602" sldId="650"/>
        </pc:sldMkLst>
      </pc:sldChg>
      <pc:sldChg chg="mod ord modShow">
        <pc:chgData name="Øyvind Wiig Petersen" userId="8db00c4c-acc5-4dea-8516-ccf730572e42" providerId="ADAL" clId="{0787BEEA-49C6-446A-8E9C-68AC7B8E53CE}" dt="2022-11-13T09:12:29.670" v="2829"/>
        <pc:sldMkLst>
          <pc:docMk/>
          <pc:sldMk cId="1306234069" sldId="652"/>
        </pc:sldMkLst>
      </pc:sldChg>
      <pc:sldChg chg="addSp delSp modSp">
        <pc:chgData name="Øyvind Wiig Petersen" userId="8db00c4c-acc5-4dea-8516-ccf730572e42" providerId="ADAL" clId="{0787BEEA-49C6-446A-8E9C-68AC7B8E53CE}" dt="2022-11-11T10:34:26.628" v="246"/>
        <pc:sldMkLst>
          <pc:docMk/>
          <pc:sldMk cId="4072674618" sldId="653"/>
        </pc:sldMkLst>
      </pc:sldChg>
      <pc:sldChg chg="modSp mod ord modShow">
        <pc:chgData name="Øyvind Wiig Petersen" userId="8db00c4c-acc5-4dea-8516-ccf730572e42" providerId="ADAL" clId="{0787BEEA-49C6-446A-8E9C-68AC7B8E53CE}" dt="2022-11-12T19:28:45.292" v="2328"/>
        <pc:sldMkLst>
          <pc:docMk/>
          <pc:sldMk cId="3869671627" sldId="654"/>
        </pc:sldMkLst>
      </pc:sldChg>
      <pc:sldChg chg="modSp mod">
        <pc:chgData name="Øyvind Wiig Petersen" userId="8db00c4c-acc5-4dea-8516-ccf730572e42" providerId="ADAL" clId="{0787BEEA-49C6-446A-8E9C-68AC7B8E53CE}" dt="2022-11-13T15:28:11.780" v="3276" actId="313"/>
        <pc:sldMkLst>
          <pc:docMk/>
          <pc:sldMk cId="1349540264" sldId="655"/>
        </pc:sldMkLst>
      </pc:sldChg>
      <pc:sldChg chg="addSp modSp del mod">
        <pc:chgData name="Øyvind Wiig Petersen" userId="8db00c4c-acc5-4dea-8516-ccf730572e42" providerId="ADAL" clId="{0787BEEA-49C6-446A-8E9C-68AC7B8E53CE}" dt="2022-11-13T07:38:13.149" v="2368" actId="2696"/>
        <pc:sldMkLst>
          <pc:docMk/>
          <pc:sldMk cId="837729596" sldId="656"/>
        </pc:sldMkLst>
      </pc:sldChg>
      <pc:sldChg chg="addSp delSp modSp add del mod modShow">
        <pc:chgData name="Øyvind Wiig Petersen" userId="8db00c4c-acc5-4dea-8516-ccf730572e42" providerId="ADAL" clId="{0787BEEA-49C6-446A-8E9C-68AC7B8E53CE}" dt="2022-11-12T08:21:30.106" v="1945" actId="2696"/>
        <pc:sldMkLst>
          <pc:docMk/>
          <pc:sldMk cId="1880882690" sldId="657"/>
        </pc:sldMkLst>
      </pc:sldChg>
      <pc:sldChg chg="addSp modSp add del mod modShow">
        <pc:chgData name="Øyvind Wiig Petersen" userId="8db00c4c-acc5-4dea-8516-ccf730572e42" providerId="ADAL" clId="{0787BEEA-49C6-446A-8E9C-68AC7B8E53CE}" dt="2022-11-12T08:21:35.076" v="1946" actId="2696"/>
        <pc:sldMkLst>
          <pc:docMk/>
          <pc:sldMk cId="279957997" sldId="658"/>
        </pc:sldMkLst>
      </pc:sldChg>
      <pc:sldChg chg="addSp delSp modSp add mod ord">
        <pc:chgData name="Øyvind Wiig Petersen" userId="8db00c4c-acc5-4dea-8516-ccf730572e42" providerId="ADAL" clId="{0787BEEA-49C6-446A-8E9C-68AC7B8E53CE}" dt="2022-11-13T09:17:18.922" v="2854"/>
        <pc:sldMkLst>
          <pc:docMk/>
          <pc:sldMk cId="3224645840" sldId="659"/>
        </pc:sldMkLst>
      </pc:sldChg>
      <pc:sldChg chg="addSp delSp modSp add del mod ord modShow">
        <pc:chgData name="Øyvind Wiig Petersen" userId="8db00c4c-acc5-4dea-8516-ccf730572e42" providerId="ADAL" clId="{0787BEEA-49C6-446A-8E9C-68AC7B8E53CE}" dt="2022-11-11T15:14:24.317" v="939" actId="2696"/>
        <pc:sldMkLst>
          <pc:docMk/>
          <pc:sldMk cId="3699575734" sldId="660"/>
        </pc:sldMkLst>
      </pc:sldChg>
      <pc:sldChg chg="delSp modSp add del mod ord">
        <pc:chgData name="Øyvind Wiig Petersen" userId="8db00c4c-acc5-4dea-8516-ccf730572e42" providerId="ADAL" clId="{0787BEEA-49C6-446A-8E9C-68AC7B8E53CE}" dt="2022-11-12T19:33:30.814" v="2344" actId="2696"/>
        <pc:sldMkLst>
          <pc:docMk/>
          <pc:sldMk cId="2398313881" sldId="661"/>
        </pc:sldMkLst>
      </pc:sldChg>
      <pc:sldChg chg="addSp delSp modSp new mod ord">
        <pc:chgData name="Øyvind Wiig Petersen" userId="8db00c4c-acc5-4dea-8516-ccf730572e42" providerId="ADAL" clId="{0787BEEA-49C6-446A-8E9C-68AC7B8E53CE}" dt="2022-11-21T12:53:09.667" v="4288"/>
        <pc:sldMkLst>
          <pc:docMk/>
          <pc:sldMk cId="2587300774" sldId="662"/>
        </pc:sldMkLst>
      </pc:sldChg>
      <pc:sldChg chg="addSp delSp modSp add del mod ord">
        <pc:chgData name="Øyvind Wiig Petersen" userId="8db00c4c-acc5-4dea-8516-ccf730572e42" providerId="ADAL" clId="{0787BEEA-49C6-446A-8E9C-68AC7B8E53CE}" dt="2022-11-12T07:42:48.841" v="1932" actId="2696"/>
        <pc:sldMkLst>
          <pc:docMk/>
          <pc:sldMk cId="3005964268" sldId="663"/>
        </pc:sldMkLst>
      </pc:sldChg>
      <pc:sldChg chg="add del ord">
        <pc:chgData name="Øyvind Wiig Petersen" userId="8db00c4c-acc5-4dea-8516-ccf730572e42" providerId="ADAL" clId="{0787BEEA-49C6-446A-8E9C-68AC7B8E53CE}" dt="2022-11-11T19:08:57.978" v="1426" actId="47"/>
        <pc:sldMkLst>
          <pc:docMk/>
          <pc:sldMk cId="1100292667" sldId="664"/>
        </pc:sldMkLst>
      </pc:sldChg>
      <pc:sldChg chg="addSp delSp modSp add mod ord">
        <pc:chgData name="Øyvind Wiig Petersen" userId="8db00c4c-acc5-4dea-8516-ccf730572e42" providerId="ADAL" clId="{0787BEEA-49C6-446A-8E9C-68AC7B8E53CE}" dt="2022-11-14T19:12:41.398" v="3418" actId="1076"/>
        <pc:sldMkLst>
          <pc:docMk/>
          <pc:sldMk cId="3174034439" sldId="664"/>
        </pc:sldMkLst>
      </pc:sldChg>
      <pc:sldChg chg="addSp delSp modSp add mod ord">
        <pc:chgData name="Øyvind Wiig Petersen" userId="8db00c4c-acc5-4dea-8516-ccf730572e42" providerId="ADAL" clId="{0787BEEA-49C6-446A-8E9C-68AC7B8E53CE}" dt="2022-11-21T20:01:20.661" v="4291"/>
        <pc:sldMkLst>
          <pc:docMk/>
          <pc:sldMk cId="585415830" sldId="665"/>
        </pc:sldMkLst>
      </pc:sldChg>
      <pc:sldChg chg="add del">
        <pc:chgData name="Øyvind Wiig Petersen" userId="8db00c4c-acc5-4dea-8516-ccf730572e42" providerId="ADAL" clId="{0787BEEA-49C6-446A-8E9C-68AC7B8E53CE}" dt="2022-11-12T18:51:48.124" v="1947" actId="2696"/>
        <pc:sldMkLst>
          <pc:docMk/>
          <pc:sldMk cId="1652667904" sldId="666"/>
        </pc:sldMkLst>
      </pc:sldChg>
      <pc:sldChg chg="addSp delSp modSp add mod ord">
        <pc:chgData name="Øyvind Wiig Petersen" userId="8db00c4c-acc5-4dea-8516-ccf730572e42" providerId="ADAL" clId="{0787BEEA-49C6-446A-8E9C-68AC7B8E53CE}" dt="2022-11-18T12:57:54.119" v="4269"/>
        <pc:sldMkLst>
          <pc:docMk/>
          <pc:sldMk cId="1678330717" sldId="667"/>
        </pc:sldMkLst>
      </pc:sldChg>
      <pc:sldChg chg="addSp delSp modSp new del mod ord">
        <pc:chgData name="Øyvind Wiig Petersen" userId="8db00c4c-acc5-4dea-8516-ccf730572e42" providerId="ADAL" clId="{0787BEEA-49C6-446A-8E9C-68AC7B8E53CE}" dt="2022-11-12T08:13:43.351" v="1936" actId="2696"/>
        <pc:sldMkLst>
          <pc:docMk/>
          <pc:sldMk cId="177365829" sldId="668"/>
        </pc:sldMkLst>
      </pc:sldChg>
      <pc:sldChg chg="modSp new mod">
        <pc:chgData name="Øyvind Wiig Petersen" userId="8db00c4c-acc5-4dea-8516-ccf730572e42" providerId="ADAL" clId="{0787BEEA-49C6-446A-8E9C-68AC7B8E53CE}" dt="2022-11-15T10:01:52.734" v="3436" actId="20577"/>
        <pc:sldMkLst>
          <pc:docMk/>
          <pc:sldMk cId="1262914605" sldId="668"/>
        </pc:sldMkLst>
      </pc:sldChg>
      <pc:sldChg chg="new del">
        <pc:chgData name="Øyvind Wiig Petersen" userId="8db00c4c-acc5-4dea-8516-ccf730572e42" providerId="ADAL" clId="{0787BEEA-49C6-446A-8E9C-68AC7B8E53CE}" dt="2022-11-12T18:53:42.615" v="2016" actId="2696"/>
        <pc:sldMkLst>
          <pc:docMk/>
          <pc:sldMk cId="3291303147" sldId="668"/>
        </pc:sldMkLst>
      </pc:sldChg>
      <pc:sldChg chg="modSp add">
        <pc:chgData name="Øyvind Wiig Petersen" userId="8db00c4c-acc5-4dea-8516-ccf730572e42" providerId="ADAL" clId="{0787BEEA-49C6-446A-8E9C-68AC7B8E53CE}" dt="2022-11-13T07:38:00.819" v="2367" actId="14826"/>
        <pc:sldMkLst>
          <pc:docMk/>
          <pc:sldMk cId="4173419888" sldId="669"/>
        </pc:sldMkLst>
      </pc:sldChg>
      <pc:sldChg chg="addSp delSp modSp add mod">
        <pc:chgData name="Øyvind Wiig Petersen" userId="8db00c4c-acc5-4dea-8516-ccf730572e42" providerId="ADAL" clId="{0787BEEA-49C6-446A-8E9C-68AC7B8E53CE}" dt="2022-11-13T16:22:03.015" v="3280" actId="1076"/>
        <pc:sldMkLst>
          <pc:docMk/>
          <pc:sldMk cId="2107164242" sldId="670"/>
        </pc:sldMkLst>
      </pc:sldChg>
      <pc:sldChg chg="addSp delSp modSp add mod ord modShow">
        <pc:chgData name="Øyvind Wiig Petersen" userId="8db00c4c-acc5-4dea-8516-ccf730572e42" providerId="ADAL" clId="{0787BEEA-49C6-446A-8E9C-68AC7B8E53CE}" dt="2022-11-14T06:45:42.405" v="3415" actId="729"/>
        <pc:sldMkLst>
          <pc:docMk/>
          <pc:sldMk cId="1540191767" sldId="671"/>
        </pc:sldMkLst>
      </pc:sldChg>
      <pc:sldChg chg="add">
        <pc:chgData name="Øyvind Wiig Petersen" userId="8db00c4c-acc5-4dea-8516-ccf730572e42" providerId="ADAL" clId="{0787BEEA-49C6-446A-8E9C-68AC7B8E53CE}" dt="2022-11-15T10:01:47.990" v="3419" actId="2890"/>
        <pc:sldMkLst>
          <pc:docMk/>
          <pc:sldMk cId="2823820961" sldId="672"/>
        </pc:sldMkLst>
      </pc:sldChg>
      <pc:sldChg chg="addSp delSp modSp add del mod ord">
        <pc:chgData name="Øyvind Wiig Petersen" userId="8db00c4c-acc5-4dea-8516-ccf730572e42" providerId="ADAL" clId="{0787BEEA-49C6-446A-8E9C-68AC7B8E53CE}" dt="2022-11-15T10:36:00.786" v="4155" actId="2696"/>
        <pc:sldMkLst>
          <pc:docMk/>
          <pc:sldMk cId="4214650070" sldId="673"/>
        </pc:sldMkLst>
      </pc:sldChg>
      <pc:sldChg chg="addSp delSp modSp add del mod ord">
        <pc:chgData name="Øyvind Wiig Petersen" userId="8db00c4c-acc5-4dea-8516-ccf730572e42" providerId="ADAL" clId="{0787BEEA-49C6-446A-8E9C-68AC7B8E53CE}" dt="2022-11-15T10:10:07.437" v="3674" actId="2696"/>
        <pc:sldMkLst>
          <pc:docMk/>
          <pc:sldMk cId="1749949203" sldId="674"/>
        </pc:sldMkLst>
      </pc:sldChg>
      <pc:sldChg chg="addSp delSp modSp add del mod">
        <pc:chgData name="Øyvind Wiig Petersen" userId="8db00c4c-acc5-4dea-8516-ccf730572e42" providerId="ADAL" clId="{0787BEEA-49C6-446A-8E9C-68AC7B8E53CE}" dt="2022-11-15T10:36:23.640" v="4160" actId="2696"/>
        <pc:sldMkLst>
          <pc:docMk/>
          <pc:sldMk cId="2882888767" sldId="675"/>
        </pc:sldMkLst>
      </pc:sldChg>
      <pc:sldChg chg="addSp delSp modSp add del mod ord">
        <pc:chgData name="Øyvind Wiig Petersen" userId="8db00c4c-acc5-4dea-8516-ccf730572e42" providerId="ADAL" clId="{0787BEEA-49C6-446A-8E9C-68AC7B8E53CE}" dt="2022-11-17T13:02:55.047" v="4166" actId="14100"/>
        <pc:sldMkLst>
          <pc:docMk/>
          <pc:sldMk cId="2482254751" sldId="676"/>
        </pc:sldMkLst>
      </pc:sldChg>
      <pc:sldChg chg="addSp delSp modSp new mod">
        <pc:chgData name="Øyvind Wiig Petersen" userId="8db00c4c-acc5-4dea-8516-ccf730572e42" providerId="ADAL" clId="{0787BEEA-49C6-446A-8E9C-68AC7B8E53CE}" dt="2022-11-15T10:34:15.979" v="4142"/>
        <pc:sldMkLst>
          <pc:docMk/>
          <pc:sldMk cId="166198332" sldId="677"/>
        </pc:sldMkLst>
      </pc:sldChg>
      <pc:sldChg chg="modSp add mod ord">
        <pc:chgData name="Øyvind Wiig Petersen" userId="8db00c4c-acc5-4dea-8516-ccf730572e42" providerId="ADAL" clId="{0787BEEA-49C6-446A-8E9C-68AC7B8E53CE}" dt="2022-11-18T13:01:09.175" v="4285" actId="1076"/>
        <pc:sldMkLst>
          <pc:docMk/>
          <pc:sldMk cId="4052170970" sldId="678"/>
        </pc:sldMkLst>
      </pc:sldChg>
      <pc:sldChg chg="modSp add del mod ord">
        <pc:chgData name="Øyvind Wiig Petersen" userId="8db00c4c-acc5-4dea-8516-ccf730572e42" providerId="ADAL" clId="{0787BEEA-49C6-446A-8E9C-68AC7B8E53CE}" dt="2022-11-18T12:55:53.782" v="4256" actId="2696"/>
        <pc:sldMkLst>
          <pc:docMk/>
          <pc:sldMk cId="2142278759" sldId="679"/>
        </pc:sldMkLst>
      </pc:sldChg>
      <pc:sldChg chg="addSp delSp modSp add mod ord">
        <pc:chgData name="Øyvind Wiig Petersen" userId="8db00c4c-acc5-4dea-8516-ccf730572e42" providerId="ADAL" clId="{0787BEEA-49C6-446A-8E9C-68AC7B8E53CE}" dt="2022-11-18T13:00:08.646" v="4284" actId="1076"/>
        <pc:sldMkLst>
          <pc:docMk/>
          <pc:sldMk cId="3690683010" sldId="680"/>
        </pc:sldMkLst>
      </pc:sldChg>
      <pc:sldMasterChg chg="modSp mod modSldLayout">
        <pc:chgData name="Øyvind Wiig Petersen" userId="8db00c4c-acc5-4dea-8516-ccf730572e42" providerId="ADAL" clId="{0787BEEA-49C6-446A-8E9C-68AC7B8E53CE}" dt="2022-11-23T09:44:41.899" v="4300" actId="1076"/>
        <pc:sldMasterMkLst>
          <pc:docMk/>
          <pc:sldMasterMk cId="5777989" sldId="2147483648"/>
        </pc:sldMasterMkLst>
        <pc:sldLayoutChg chg="modSp">
          <pc:chgData name="Øyvind Wiig Petersen" userId="8db00c4c-acc5-4dea-8516-ccf730572e42" providerId="ADAL" clId="{0787BEEA-49C6-446A-8E9C-68AC7B8E53CE}" dt="2022-11-23T09:44:10.900" v="4292" actId="735"/>
          <pc:sldLayoutMkLst>
            <pc:docMk/>
            <pc:sldMasterMk cId="5777989" sldId="2147483648"/>
            <pc:sldLayoutMk cId="1000159590" sldId="2147483649"/>
          </pc:sldLayoutMkLst>
        </pc:sldLayoutChg>
        <pc:sldLayoutChg chg="modSp">
          <pc:chgData name="Øyvind Wiig Petersen" userId="8db00c4c-acc5-4dea-8516-ccf730572e42" providerId="ADAL" clId="{0787BEEA-49C6-446A-8E9C-68AC7B8E53CE}" dt="2022-11-23T09:44:20.315" v="4293" actId="735"/>
          <pc:sldLayoutMkLst>
            <pc:docMk/>
            <pc:sldMasterMk cId="5777989" sldId="2147483648"/>
            <pc:sldLayoutMk cId="2982460490" sldId="2147483651"/>
          </pc:sldLayoutMkLst>
        </pc:sldLayoutChg>
        <pc:sldLayoutChg chg="modSp">
          <pc:chgData name="Øyvind Wiig Petersen" userId="8db00c4c-acc5-4dea-8516-ccf730572e42" providerId="ADAL" clId="{0787BEEA-49C6-446A-8E9C-68AC7B8E53CE}" dt="2022-11-23T09:44:20.347" v="4294" actId="735"/>
          <pc:sldLayoutMkLst>
            <pc:docMk/>
            <pc:sldMasterMk cId="5777989" sldId="2147483648"/>
            <pc:sldLayoutMk cId="1372914248" sldId="2147483652"/>
          </pc:sldLayoutMkLst>
        </pc:sldLayoutChg>
        <pc:sldLayoutChg chg="modSp">
          <pc:chgData name="Øyvind Wiig Petersen" userId="8db00c4c-acc5-4dea-8516-ccf730572e42" providerId="ADAL" clId="{0787BEEA-49C6-446A-8E9C-68AC7B8E53CE}" dt="2022-11-23T09:44:23.321" v="4295" actId="735"/>
          <pc:sldLayoutMkLst>
            <pc:docMk/>
            <pc:sldMasterMk cId="5777989" sldId="2147483648"/>
            <pc:sldLayoutMk cId="702236646" sldId="2147483653"/>
          </pc:sldLayoutMkLst>
        </pc:sldLayoutChg>
        <pc:sldLayoutChg chg="modSp">
          <pc:chgData name="Øyvind Wiig Petersen" userId="8db00c4c-acc5-4dea-8516-ccf730572e42" providerId="ADAL" clId="{0787BEEA-49C6-446A-8E9C-68AC7B8E53CE}" dt="2022-11-23T09:44:24.715" v="4296" actId="735"/>
          <pc:sldLayoutMkLst>
            <pc:docMk/>
            <pc:sldMasterMk cId="5777989" sldId="2147483648"/>
            <pc:sldLayoutMk cId="3172249624" sldId="2147483654"/>
          </pc:sldLayoutMkLst>
        </pc:sldLayoutChg>
        <pc:sldLayoutChg chg="modSp">
          <pc:chgData name="Øyvind Wiig Petersen" userId="8db00c4c-acc5-4dea-8516-ccf730572e42" providerId="ADAL" clId="{0787BEEA-49C6-446A-8E9C-68AC7B8E53CE}" dt="2022-11-23T09:44:33.468" v="4297" actId="735"/>
          <pc:sldLayoutMkLst>
            <pc:docMk/>
            <pc:sldMasterMk cId="5777989" sldId="2147483648"/>
            <pc:sldLayoutMk cId="1983850659" sldId="2147483658"/>
          </pc:sldLayoutMkLst>
        </pc:sldLayoutChg>
      </pc:sldMasterChg>
    </pc:docChg>
  </pc:docChgLst>
  <pc:docChgLst>
    <pc:chgData name="Øyvind Wiig Petersen" userId="8db00c4c-acc5-4dea-8516-ccf730572e42" providerId="ADAL" clId="{8F6E6D2B-1607-414F-B44F-E7DA8ECC13C7}"/>
    <pc:docChg chg="undo custSel addSld delSld modSld sldOrd">
      <pc:chgData name="Øyvind Wiig Petersen" userId="8db00c4c-acc5-4dea-8516-ccf730572e42" providerId="ADAL" clId="{8F6E6D2B-1607-414F-B44F-E7DA8ECC13C7}" dt="2022-12-27T07:37:14.293" v="750" actId="20577"/>
      <pc:docMkLst>
        <pc:docMk/>
      </pc:docMkLst>
      <pc:sldChg chg="addSp delSp modSp mod ord">
        <pc:chgData name="Øyvind Wiig Petersen" userId="8db00c4c-acc5-4dea-8516-ccf730572e42" providerId="ADAL" clId="{8F6E6D2B-1607-414F-B44F-E7DA8ECC13C7}" dt="2022-12-27T07:34:05.005" v="722" actId="20577"/>
        <pc:sldMkLst>
          <pc:docMk/>
          <pc:sldMk cId="1395816489" sldId="626"/>
        </pc:sldMkLst>
      </pc:sldChg>
      <pc:sldChg chg="modSp">
        <pc:chgData name="Øyvind Wiig Petersen" userId="8db00c4c-acc5-4dea-8516-ccf730572e42" providerId="ADAL" clId="{8F6E6D2B-1607-414F-B44F-E7DA8ECC13C7}" dt="2022-12-20T12:18:49.970" v="0"/>
        <pc:sldMkLst>
          <pc:docMk/>
          <pc:sldMk cId="585415830" sldId="665"/>
        </pc:sldMkLst>
      </pc:sldChg>
      <pc:sldChg chg="addSp delSp modSp add mod ord">
        <pc:chgData name="Øyvind Wiig Petersen" userId="8db00c4c-acc5-4dea-8516-ccf730572e42" providerId="ADAL" clId="{8F6E6D2B-1607-414F-B44F-E7DA8ECC13C7}" dt="2022-12-21T08:01:35.907" v="18" actId="478"/>
        <pc:sldMkLst>
          <pc:docMk/>
          <pc:sldMk cId="4022388914" sldId="681"/>
        </pc:sldMkLst>
      </pc:sldChg>
      <pc:sldChg chg="addSp delSp modSp add del mod modNotesTx">
        <pc:chgData name="Øyvind Wiig Petersen" userId="8db00c4c-acc5-4dea-8516-ccf730572e42" providerId="ADAL" clId="{8F6E6D2B-1607-414F-B44F-E7DA8ECC13C7}" dt="2022-12-22T11:19:43.819" v="622" actId="20577"/>
        <pc:sldMkLst>
          <pc:docMk/>
          <pc:sldMk cId="224759929" sldId="682"/>
        </pc:sldMkLst>
      </pc:sldChg>
      <pc:sldChg chg="modSp add del mod">
        <pc:chgData name="Øyvind Wiig Petersen" userId="8db00c4c-acc5-4dea-8516-ccf730572e42" providerId="ADAL" clId="{8F6E6D2B-1607-414F-B44F-E7DA8ECC13C7}" dt="2022-12-21T19:51:29.806" v="291" actId="2696"/>
        <pc:sldMkLst>
          <pc:docMk/>
          <pc:sldMk cId="852182688" sldId="683"/>
        </pc:sldMkLst>
      </pc:sldChg>
      <pc:sldChg chg="addSp delSp modSp add mod">
        <pc:chgData name="Øyvind Wiig Petersen" userId="8db00c4c-acc5-4dea-8516-ccf730572e42" providerId="ADAL" clId="{8F6E6D2B-1607-414F-B44F-E7DA8ECC13C7}" dt="2022-12-22T11:31:17.733" v="690" actId="20577"/>
        <pc:sldMkLst>
          <pc:docMk/>
          <pc:sldMk cId="3499849826" sldId="683"/>
        </pc:sldMkLst>
      </pc:sldChg>
      <pc:sldChg chg="addSp delSp modSp add mod ord">
        <pc:chgData name="Øyvind Wiig Petersen" userId="8db00c4c-acc5-4dea-8516-ccf730572e42" providerId="ADAL" clId="{8F6E6D2B-1607-414F-B44F-E7DA8ECC13C7}" dt="2022-12-27T07:37:14.293" v="750" actId="20577"/>
        <pc:sldMkLst>
          <pc:docMk/>
          <pc:sldMk cId="234721242" sldId="684"/>
        </pc:sldMkLst>
      </pc:sldChg>
      <pc:sldChg chg="addSp delSp modSp add mod ord">
        <pc:chgData name="Øyvind Wiig Petersen" userId="8db00c4c-acc5-4dea-8516-ccf730572e42" providerId="ADAL" clId="{8F6E6D2B-1607-414F-B44F-E7DA8ECC13C7}" dt="2022-12-22T11:27:30.415" v="671" actId="21"/>
        <pc:sldMkLst>
          <pc:docMk/>
          <pc:sldMk cId="194715326" sldId="685"/>
        </pc:sldMkLst>
      </pc:sldChg>
      <pc:sldChg chg="addSp modSp new mod">
        <pc:chgData name="Øyvind Wiig Petersen" userId="8db00c4c-acc5-4dea-8516-ccf730572e42" providerId="ADAL" clId="{8F6E6D2B-1607-414F-B44F-E7DA8ECC13C7}" dt="2022-12-22T11:27:40.884" v="677" actId="14100"/>
        <pc:sldMkLst>
          <pc:docMk/>
          <pc:sldMk cId="150527128" sldId="686"/>
        </pc:sldMkLst>
      </pc:sldChg>
    </pc:docChg>
  </pc:docChgLst>
  <pc:docChgLst>
    <pc:chgData name="Øyvind Wiig Petersen" userId="8db00c4c-acc5-4dea-8516-ccf730572e42" providerId="ADAL" clId="{360328D0-CD2F-40A0-AE66-36AAF8EA1DED}"/>
    <pc:docChg chg="undo redo custSel addSld delSld modSld sldOrd">
      <pc:chgData name="Øyvind Wiig Petersen" userId="8db00c4c-acc5-4dea-8516-ccf730572e42" providerId="ADAL" clId="{360328D0-CD2F-40A0-AE66-36AAF8EA1DED}" dt="2022-11-10T18:52:05.279" v="9518" actId="1076"/>
      <pc:docMkLst>
        <pc:docMk/>
      </pc:docMkLst>
      <pc:sldChg chg="addSp delSp modSp mod">
        <pc:chgData name="Øyvind Wiig Petersen" userId="8db00c4c-acc5-4dea-8516-ccf730572e42" providerId="ADAL" clId="{360328D0-CD2F-40A0-AE66-36AAF8EA1DED}" dt="2022-09-30T12:45:26.007" v="773"/>
        <pc:sldMkLst>
          <pc:docMk/>
          <pc:sldMk cId="2297208258" sldId="571"/>
        </pc:sldMkLst>
      </pc:sldChg>
      <pc:sldChg chg="del">
        <pc:chgData name="Øyvind Wiig Petersen" userId="8db00c4c-acc5-4dea-8516-ccf730572e42" providerId="ADAL" clId="{360328D0-CD2F-40A0-AE66-36AAF8EA1DED}" dt="2022-09-17T11:19:11.015" v="47" actId="2696"/>
        <pc:sldMkLst>
          <pc:docMk/>
          <pc:sldMk cId="3155278157" sldId="574"/>
        </pc:sldMkLst>
      </pc:sldChg>
      <pc:sldChg chg="del">
        <pc:chgData name="Øyvind Wiig Petersen" userId="8db00c4c-acc5-4dea-8516-ccf730572e42" providerId="ADAL" clId="{360328D0-CD2F-40A0-AE66-36AAF8EA1DED}" dt="2022-09-17T11:18:59.166" v="45" actId="2696"/>
        <pc:sldMkLst>
          <pc:docMk/>
          <pc:sldMk cId="725769110" sldId="575"/>
        </pc:sldMkLst>
      </pc:sldChg>
      <pc:sldChg chg="del">
        <pc:chgData name="Øyvind Wiig Petersen" userId="8db00c4c-acc5-4dea-8516-ccf730572e42" providerId="ADAL" clId="{360328D0-CD2F-40A0-AE66-36AAF8EA1DED}" dt="2022-09-17T11:19:23.748" v="52" actId="2696"/>
        <pc:sldMkLst>
          <pc:docMk/>
          <pc:sldMk cId="3712952683" sldId="576"/>
        </pc:sldMkLst>
      </pc:sldChg>
      <pc:sldChg chg="del">
        <pc:chgData name="Øyvind Wiig Petersen" userId="8db00c4c-acc5-4dea-8516-ccf730572e42" providerId="ADAL" clId="{360328D0-CD2F-40A0-AE66-36AAF8EA1DED}" dt="2022-09-17T11:19:19.272" v="50" actId="2696"/>
        <pc:sldMkLst>
          <pc:docMk/>
          <pc:sldMk cId="1487145819" sldId="577"/>
        </pc:sldMkLst>
      </pc:sldChg>
      <pc:sldChg chg="del">
        <pc:chgData name="Øyvind Wiig Petersen" userId="8db00c4c-acc5-4dea-8516-ccf730572e42" providerId="ADAL" clId="{360328D0-CD2F-40A0-AE66-36AAF8EA1DED}" dt="2022-09-17T11:19:15.566" v="49" actId="2696"/>
        <pc:sldMkLst>
          <pc:docMk/>
          <pc:sldMk cId="2392343102" sldId="579"/>
        </pc:sldMkLst>
      </pc:sldChg>
      <pc:sldChg chg="del">
        <pc:chgData name="Øyvind Wiig Petersen" userId="8db00c4c-acc5-4dea-8516-ccf730572e42" providerId="ADAL" clId="{360328D0-CD2F-40A0-AE66-36AAF8EA1DED}" dt="2022-09-17T11:19:13.445" v="48" actId="2696"/>
        <pc:sldMkLst>
          <pc:docMk/>
          <pc:sldMk cId="2641580211" sldId="612"/>
        </pc:sldMkLst>
      </pc:sldChg>
      <pc:sldChg chg="del">
        <pc:chgData name="Øyvind Wiig Petersen" userId="8db00c4c-acc5-4dea-8516-ccf730572e42" providerId="ADAL" clId="{360328D0-CD2F-40A0-AE66-36AAF8EA1DED}" dt="2022-09-17T11:19:19.272" v="50" actId="2696"/>
        <pc:sldMkLst>
          <pc:docMk/>
          <pc:sldMk cId="820026693" sldId="613"/>
        </pc:sldMkLst>
      </pc:sldChg>
      <pc:sldChg chg="del">
        <pc:chgData name="Øyvind Wiig Petersen" userId="8db00c4c-acc5-4dea-8516-ccf730572e42" providerId="ADAL" clId="{360328D0-CD2F-40A0-AE66-36AAF8EA1DED}" dt="2022-09-17T11:35:30.598" v="196" actId="2696"/>
        <pc:sldMkLst>
          <pc:docMk/>
          <pc:sldMk cId="531684205" sldId="614"/>
        </pc:sldMkLst>
      </pc:sldChg>
      <pc:sldChg chg="del">
        <pc:chgData name="Øyvind Wiig Petersen" userId="8db00c4c-acc5-4dea-8516-ccf730572e42" providerId="ADAL" clId="{360328D0-CD2F-40A0-AE66-36AAF8EA1DED}" dt="2022-09-17T11:19:23.748" v="52" actId="2696"/>
        <pc:sldMkLst>
          <pc:docMk/>
          <pc:sldMk cId="1861433934" sldId="615"/>
        </pc:sldMkLst>
      </pc:sldChg>
      <pc:sldChg chg="del">
        <pc:chgData name="Øyvind Wiig Petersen" userId="8db00c4c-acc5-4dea-8516-ccf730572e42" providerId="ADAL" clId="{360328D0-CD2F-40A0-AE66-36AAF8EA1DED}" dt="2022-09-17T11:19:21.270" v="51" actId="2696"/>
        <pc:sldMkLst>
          <pc:docMk/>
          <pc:sldMk cId="869930188" sldId="616"/>
        </pc:sldMkLst>
      </pc:sldChg>
      <pc:sldChg chg="modSp mod">
        <pc:chgData name="Øyvind Wiig Petersen" userId="8db00c4c-acc5-4dea-8516-ccf730572e42" providerId="ADAL" clId="{360328D0-CD2F-40A0-AE66-36AAF8EA1DED}" dt="2022-09-17T11:18:55.907" v="44" actId="20577"/>
        <pc:sldMkLst>
          <pc:docMk/>
          <pc:sldMk cId="3122996818" sldId="619"/>
        </pc:sldMkLst>
      </pc:sldChg>
      <pc:sldChg chg="addSp delSp modSp add mod">
        <pc:chgData name="Øyvind Wiig Petersen" userId="8db00c4c-acc5-4dea-8516-ccf730572e42" providerId="ADAL" clId="{360328D0-CD2F-40A0-AE66-36AAF8EA1DED}" dt="2022-09-30T12:16:22.207" v="771"/>
        <pc:sldMkLst>
          <pc:docMk/>
          <pc:sldMk cId="4015089207" sldId="620"/>
        </pc:sldMkLst>
      </pc:sldChg>
      <pc:sldChg chg="addSp delSp modSp new mod ord">
        <pc:chgData name="Øyvind Wiig Petersen" userId="8db00c4c-acc5-4dea-8516-ccf730572e42" providerId="ADAL" clId="{360328D0-CD2F-40A0-AE66-36AAF8EA1DED}" dt="2022-09-30T11:05:01.955" v="763" actId="1076"/>
        <pc:sldMkLst>
          <pc:docMk/>
          <pc:sldMk cId="21414729" sldId="621"/>
        </pc:sldMkLst>
      </pc:sldChg>
      <pc:sldChg chg="addSp delSp modSp new mod">
        <pc:chgData name="Øyvind Wiig Petersen" userId="8db00c4c-acc5-4dea-8516-ccf730572e42" providerId="ADAL" clId="{360328D0-CD2F-40A0-AE66-36AAF8EA1DED}" dt="2022-11-08T14:17:46.075" v="7757" actId="1076"/>
        <pc:sldMkLst>
          <pc:docMk/>
          <pc:sldMk cId="1349297921" sldId="622"/>
        </pc:sldMkLst>
      </pc:sldChg>
      <pc:sldChg chg="addSp delSp modSp add mod">
        <pc:chgData name="Øyvind Wiig Petersen" userId="8db00c4c-acc5-4dea-8516-ccf730572e42" providerId="ADAL" clId="{360328D0-CD2F-40A0-AE66-36AAF8EA1DED}" dt="2022-11-08T09:38:38.616" v="7163" actId="1076"/>
        <pc:sldMkLst>
          <pc:docMk/>
          <pc:sldMk cId="2288825761" sldId="623"/>
        </pc:sldMkLst>
      </pc:sldChg>
      <pc:sldChg chg="addSp delSp modSp new del mod modShow">
        <pc:chgData name="Øyvind Wiig Petersen" userId="8db00c4c-acc5-4dea-8516-ccf730572e42" providerId="ADAL" clId="{360328D0-CD2F-40A0-AE66-36AAF8EA1DED}" dt="2022-11-01T10:14:00.700" v="3625" actId="2696"/>
        <pc:sldMkLst>
          <pc:docMk/>
          <pc:sldMk cId="3902413507" sldId="624"/>
        </pc:sldMkLst>
      </pc:sldChg>
      <pc:sldChg chg="addSp delSp modSp new mod">
        <pc:chgData name="Øyvind Wiig Petersen" userId="8db00c4c-acc5-4dea-8516-ccf730572e42" providerId="ADAL" clId="{360328D0-CD2F-40A0-AE66-36AAF8EA1DED}" dt="2022-11-10T11:24:47.674" v="8751"/>
        <pc:sldMkLst>
          <pc:docMk/>
          <pc:sldMk cId="3169182209" sldId="625"/>
        </pc:sldMkLst>
      </pc:sldChg>
      <pc:sldChg chg="addSp modSp new del mod">
        <pc:chgData name="Øyvind Wiig Petersen" userId="8db00c4c-acc5-4dea-8516-ccf730572e42" providerId="ADAL" clId="{360328D0-CD2F-40A0-AE66-36AAF8EA1DED}" dt="2022-10-18T07:08:18.153" v="1279" actId="2696"/>
        <pc:sldMkLst>
          <pc:docMk/>
          <pc:sldMk cId="3407987285" sldId="625"/>
        </pc:sldMkLst>
      </pc:sldChg>
      <pc:sldChg chg="addSp delSp modSp add mod ord">
        <pc:chgData name="Øyvind Wiig Petersen" userId="8db00c4c-acc5-4dea-8516-ccf730572e42" providerId="ADAL" clId="{360328D0-CD2F-40A0-AE66-36AAF8EA1DED}" dt="2022-11-04T05:39:22.521" v="6123" actId="20577"/>
        <pc:sldMkLst>
          <pc:docMk/>
          <pc:sldMk cId="1395816489" sldId="626"/>
        </pc:sldMkLst>
      </pc:sldChg>
      <pc:sldChg chg="addSp delSp modSp add del mod">
        <pc:chgData name="Øyvind Wiig Petersen" userId="8db00c4c-acc5-4dea-8516-ccf730572e42" providerId="ADAL" clId="{360328D0-CD2F-40A0-AE66-36AAF8EA1DED}" dt="2022-11-08T12:04:17.163" v="7668" actId="1076"/>
        <pc:sldMkLst>
          <pc:docMk/>
          <pc:sldMk cId="3667612092" sldId="627"/>
        </pc:sldMkLst>
      </pc:sldChg>
      <pc:sldChg chg="new del">
        <pc:chgData name="Øyvind Wiig Petersen" userId="8db00c4c-acc5-4dea-8516-ccf730572e42" providerId="ADAL" clId="{360328D0-CD2F-40A0-AE66-36AAF8EA1DED}" dt="2022-10-31T14:41:13.468" v="2324" actId="2696"/>
        <pc:sldMkLst>
          <pc:docMk/>
          <pc:sldMk cId="110318021" sldId="628"/>
        </pc:sldMkLst>
      </pc:sldChg>
      <pc:sldChg chg="addSp delSp modSp add mod">
        <pc:chgData name="Øyvind Wiig Petersen" userId="8db00c4c-acc5-4dea-8516-ccf730572e42" providerId="ADAL" clId="{360328D0-CD2F-40A0-AE66-36AAF8EA1DED}" dt="2022-11-08T14:18:07.437" v="7759"/>
        <pc:sldMkLst>
          <pc:docMk/>
          <pc:sldMk cId="1183481401" sldId="628"/>
        </pc:sldMkLst>
      </pc:sldChg>
      <pc:sldChg chg="addSp delSp modSp add mod">
        <pc:chgData name="Øyvind Wiig Petersen" userId="8db00c4c-acc5-4dea-8516-ccf730572e42" providerId="ADAL" clId="{360328D0-CD2F-40A0-AE66-36AAF8EA1DED}" dt="2022-11-08T12:04:06.295" v="7667" actId="1076"/>
        <pc:sldMkLst>
          <pc:docMk/>
          <pc:sldMk cId="2071881697" sldId="629"/>
        </pc:sldMkLst>
      </pc:sldChg>
      <pc:sldChg chg="addSp delSp modSp add del mod">
        <pc:chgData name="Øyvind Wiig Petersen" userId="8db00c4c-acc5-4dea-8516-ccf730572e42" providerId="ADAL" clId="{360328D0-CD2F-40A0-AE66-36AAF8EA1DED}" dt="2022-11-10T11:27:35.084" v="8782" actId="2696"/>
        <pc:sldMkLst>
          <pc:docMk/>
          <pc:sldMk cId="3520635051" sldId="630"/>
        </pc:sldMkLst>
      </pc:sldChg>
      <pc:sldChg chg="addSp delSp modSp add mod ord">
        <pc:chgData name="Øyvind Wiig Petersen" userId="8db00c4c-acc5-4dea-8516-ccf730572e42" providerId="ADAL" clId="{360328D0-CD2F-40A0-AE66-36AAF8EA1DED}" dt="2022-11-10T11:23:14.822" v="8713"/>
        <pc:sldMkLst>
          <pc:docMk/>
          <pc:sldMk cId="2284645702" sldId="631"/>
        </pc:sldMkLst>
      </pc:sldChg>
      <pc:sldChg chg="addSp delSp modSp add mod ord">
        <pc:chgData name="Øyvind Wiig Petersen" userId="8db00c4c-acc5-4dea-8516-ccf730572e42" providerId="ADAL" clId="{360328D0-CD2F-40A0-AE66-36AAF8EA1DED}" dt="2022-11-01T18:28:05.548" v="4258" actId="1036"/>
        <pc:sldMkLst>
          <pc:docMk/>
          <pc:sldMk cId="166214379" sldId="632"/>
        </pc:sldMkLst>
      </pc:sldChg>
      <pc:sldChg chg="addSp delSp modSp add mod ord">
        <pc:chgData name="Øyvind Wiig Petersen" userId="8db00c4c-acc5-4dea-8516-ccf730572e42" providerId="ADAL" clId="{360328D0-CD2F-40A0-AE66-36AAF8EA1DED}" dt="2022-11-10T11:20:21.574" v="8694" actId="1076"/>
        <pc:sldMkLst>
          <pc:docMk/>
          <pc:sldMk cId="428394582" sldId="633"/>
        </pc:sldMkLst>
      </pc:sldChg>
      <pc:sldChg chg="addSp delSp modSp add mod ord">
        <pc:chgData name="Øyvind Wiig Petersen" userId="8db00c4c-acc5-4dea-8516-ccf730572e42" providerId="ADAL" clId="{360328D0-CD2F-40A0-AE66-36AAF8EA1DED}" dt="2022-11-10T11:20:43.063" v="8698" actId="1076"/>
        <pc:sldMkLst>
          <pc:docMk/>
          <pc:sldMk cId="3083339573" sldId="634"/>
        </pc:sldMkLst>
      </pc:sldChg>
      <pc:sldChg chg="addSp delSp modSp new del mod delAnim modAnim modShow">
        <pc:chgData name="Øyvind Wiig Petersen" userId="8db00c4c-acc5-4dea-8516-ccf730572e42" providerId="ADAL" clId="{360328D0-CD2F-40A0-AE66-36AAF8EA1DED}" dt="2022-11-10T11:36:35.364" v="8866" actId="2696"/>
        <pc:sldMkLst>
          <pc:docMk/>
          <pc:sldMk cId="4218970116" sldId="635"/>
        </pc:sldMkLst>
      </pc:sldChg>
      <pc:sldChg chg="addSp delSp modSp new del mod ord">
        <pc:chgData name="Øyvind Wiig Petersen" userId="8db00c4c-acc5-4dea-8516-ccf730572e42" providerId="ADAL" clId="{360328D0-CD2F-40A0-AE66-36AAF8EA1DED}" dt="2022-11-08T09:35:49.967" v="7125" actId="2696"/>
        <pc:sldMkLst>
          <pc:docMk/>
          <pc:sldMk cId="1975723256" sldId="636"/>
        </pc:sldMkLst>
      </pc:sldChg>
      <pc:sldChg chg="addSp delSp modSp new mod">
        <pc:chgData name="Øyvind Wiig Petersen" userId="8db00c4c-acc5-4dea-8516-ccf730572e42" providerId="ADAL" clId="{360328D0-CD2F-40A0-AE66-36AAF8EA1DED}" dt="2022-11-09T18:38:41.997" v="8437" actId="20577"/>
        <pc:sldMkLst>
          <pc:docMk/>
          <pc:sldMk cId="1476487555" sldId="637"/>
        </pc:sldMkLst>
      </pc:sldChg>
      <pc:sldChg chg="addSp delSp modSp add mod ord delAnim modAnim">
        <pc:chgData name="Øyvind Wiig Petersen" userId="8db00c4c-acc5-4dea-8516-ccf730572e42" providerId="ADAL" clId="{360328D0-CD2F-40A0-AE66-36AAF8EA1DED}" dt="2022-11-10T11:30:48.050" v="8813"/>
        <pc:sldMkLst>
          <pc:docMk/>
          <pc:sldMk cId="2822860865" sldId="638"/>
        </pc:sldMkLst>
      </pc:sldChg>
      <pc:sldChg chg="addSp delSp modSp add del mod ord">
        <pc:chgData name="Øyvind Wiig Petersen" userId="8db00c4c-acc5-4dea-8516-ccf730572e42" providerId="ADAL" clId="{360328D0-CD2F-40A0-AE66-36AAF8EA1DED}" dt="2022-11-08T09:34:15.806" v="7101" actId="2696"/>
        <pc:sldMkLst>
          <pc:docMk/>
          <pc:sldMk cId="2023374387" sldId="639"/>
        </pc:sldMkLst>
      </pc:sldChg>
      <pc:sldChg chg="addSp delSp modSp add del mod ord">
        <pc:chgData name="Øyvind Wiig Petersen" userId="8db00c4c-acc5-4dea-8516-ccf730572e42" providerId="ADAL" clId="{360328D0-CD2F-40A0-AE66-36AAF8EA1DED}" dt="2022-11-10T11:21:24.354" v="8705" actId="2696"/>
        <pc:sldMkLst>
          <pc:docMk/>
          <pc:sldMk cId="3744243157" sldId="640"/>
        </pc:sldMkLst>
      </pc:sldChg>
      <pc:sldChg chg="addSp delSp modSp new mod ord modAnim">
        <pc:chgData name="Øyvind Wiig Petersen" userId="8db00c4c-acc5-4dea-8516-ccf730572e42" providerId="ADAL" clId="{360328D0-CD2F-40A0-AE66-36AAF8EA1DED}" dt="2022-11-10T11:30:23.628" v="8810"/>
        <pc:sldMkLst>
          <pc:docMk/>
          <pc:sldMk cId="1622335411" sldId="641"/>
        </pc:sldMkLst>
      </pc:sldChg>
      <pc:sldChg chg="modSp add del mod ord">
        <pc:chgData name="Øyvind Wiig Petersen" userId="8db00c4c-acc5-4dea-8516-ccf730572e42" providerId="ADAL" clId="{360328D0-CD2F-40A0-AE66-36AAF8EA1DED}" dt="2022-11-08T14:15:59.449" v="7719" actId="2696"/>
        <pc:sldMkLst>
          <pc:docMk/>
          <pc:sldMk cId="3770379805" sldId="642"/>
        </pc:sldMkLst>
      </pc:sldChg>
      <pc:sldChg chg="addSp delSp modSp add mod ord">
        <pc:chgData name="Øyvind Wiig Petersen" userId="8db00c4c-acc5-4dea-8516-ccf730572e42" providerId="ADAL" clId="{360328D0-CD2F-40A0-AE66-36AAF8EA1DED}" dt="2022-11-10T11:21:35.552" v="8708" actId="1076"/>
        <pc:sldMkLst>
          <pc:docMk/>
          <pc:sldMk cId="1079732605" sldId="643"/>
        </pc:sldMkLst>
      </pc:sldChg>
      <pc:sldChg chg="modSp add del">
        <pc:chgData name="Øyvind Wiig Petersen" userId="8db00c4c-acc5-4dea-8516-ccf730572e42" providerId="ADAL" clId="{360328D0-CD2F-40A0-AE66-36AAF8EA1DED}" dt="2022-11-08T10:05:05.651" v="7441" actId="2696"/>
        <pc:sldMkLst>
          <pc:docMk/>
          <pc:sldMk cId="1948644826" sldId="644"/>
        </pc:sldMkLst>
      </pc:sldChg>
      <pc:sldChg chg="addSp delSp modSp add del mod ord modShow">
        <pc:chgData name="Øyvind Wiig Petersen" userId="8db00c4c-acc5-4dea-8516-ccf730572e42" providerId="ADAL" clId="{360328D0-CD2F-40A0-AE66-36AAF8EA1DED}" dt="2022-11-10T11:28:37.729" v="8790" actId="21"/>
        <pc:sldMkLst>
          <pc:docMk/>
          <pc:sldMk cId="2839871222" sldId="645"/>
        </pc:sldMkLst>
      </pc:sldChg>
      <pc:sldChg chg="addSp delSp modSp add mod ord">
        <pc:chgData name="Øyvind Wiig Petersen" userId="8db00c4c-acc5-4dea-8516-ccf730572e42" providerId="ADAL" clId="{360328D0-CD2F-40A0-AE66-36AAF8EA1DED}" dt="2022-11-10T10:30:39.460" v="8672"/>
        <pc:sldMkLst>
          <pc:docMk/>
          <pc:sldMk cId="3320575328" sldId="646"/>
        </pc:sldMkLst>
      </pc:sldChg>
      <pc:sldChg chg="addSp modSp add del mod modAnim">
        <pc:chgData name="Øyvind Wiig Petersen" userId="8db00c4c-acc5-4dea-8516-ccf730572e42" providerId="ADAL" clId="{360328D0-CD2F-40A0-AE66-36AAF8EA1DED}" dt="2022-11-10T09:46:50.481" v="8597" actId="2696"/>
        <pc:sldMkLst>
          <pc:docMk/>
          <pc:sldMk cId="1230327826" sldId="647"/>
        </pc:sldMkLst>
      </pc:sldChg>
      <pc:sldChg chg="modSp add mod modAnim modShow">
        <pc:chgData name="Øyvind Wiig Petersen" userId="8db00c4c-acc5-4dea-8516-ccf730572e42" providerId="ADAL" clId="{360328D0-CD2F-40A0-AE66-36AAF8EA1DED}" dt="2022-11-10T11:30:42.959" v="8812"/>
        <pc:sldMkLst>
          <pc:docMk/>
          <pc:sldMk cId="1327942750" sldId="648"/>
        </pc:sldMkLst>
      </pc:sldChg>
      <pc:sldChg chg="add del">
        <pc:chgData name="Øyvind Wiig Petersen" userId="8db00c4c-acc5-4dea-8516-ccf730572e42" providerId="ADAL" clId="{360328D0-CD2F-40A0-AE66-36AAF8EA1DED}" dt="2022-11-09T10:48:51.292" v="8154" actId="2696"/>
        <pc:sldMkLst>
          <pc:docMk/>
          <pc:sldMk cId="620096662" sldId="649"/>
        </pc:sldMkLst>
      </pc:sldChg>
      <pc:sldChg chg="addSp delSp modSp new mod">
        <pc:chgData name="Øyvind Wiig Petersen" userId="8db00c4c-acc5-4dea-8516-ccf730572e42" providerId="ADAL" clId="{360328D0-CD2F-40A0-AE66-36AAF8EA1DED}" dt="2022-11-10T11:22:37.209" v="8710" actId="1076"/>
        <pc:sldMkLst>
          <pc:docMk/>
          <pc:sldMk cId="388537602" sldId="650"/>
        </pc:sldMkLst>
      </pc:sldChg>
      <pc:sldChg chg="add del">
        <pc:chgData name="Øyvind Wiig Petersen" userId="8db00c4c-acc5-4dea-8516-ccf730572e42" providerId="ADAL" clId="{360328D0-CD2F-40A0-AE66-36AAF8EA1DED}" dt="2022-11-09T14:04:22.293" v="8215" actId="2696"/>
        <pc:sldMkLst>
          <pc:docMk/>
          <pc:sldMk cId="1546640991" sldId="651"/>
        </pc:sldMkLst>
      </pc:sldChg>
      <pc:sldChg chg="addSp delSp modSp add del mod">
        <pc:chgData name="Øyvind Wiig Petersen" userId="8db00c4c-acc5-4dea-8516-ccf730572e42" providerId="ADAL" clId="{360328D0-CD2F-40A0-AE66-36AAF8EA1DED}" dt="2022-11-09T18:53:42.678" v="8465" actId="47"/>
        <pc:sldMkLst>
          <pc:docMk/>
          <pc:sldMk cId="1962506089" sldId="651"/>
        </pc:sldMkLst>
      </pc:sldChg>
      <pc:sldChg chg="addSp delSp modSp add mod ord">
        <pc:chgData name="Øyvind Wiig Petersen" userId="8db00c4c-acc5-4dea-8516-ccf730572e42" providerId="ADAL" clId="{360328D0-CD2F-40A0-AE66-36AAF8EA1DED}" dt="2022-11-10T11:35:56.763" v="8865" actId="1076"/>
        <pc:sldMkLst>
          <pc:docMk/>
          <pc:sldMk cId="1306234069" sldId="652"/>
        </pc:sldMkLst>
      </pc:sldChg>
      <pc:sldChg chg="modSp add mod modAnim">
        <pc:chgData name="Øyvind Wiig Petersen" userId="8db00c4c-acc5-4dea-8516-ccf730572e42" providerId="ADAL" clId="{360328D0-CD2F-40A0-AE66-36AAF8EA1DED}" dt="2022-11-10T11:30:26.824" v="8811"/>
        <pc:sldMkLst>
          <pc:docMk/>
          <pc:sldMk cId="4072674618" sldId="653"/>
        </pc:sldMkLst>
      </pc:sldChg>
      <pc:sldChg chg="addSp delSp modSp add mod ord">
        <pc:chgData name="Øyvind Wiig Petersen" userId="8db00c4c-acc5-4dea-8516-ccf730572e42" providerId="ADAL" clId="{360328D0-CD2F-40A0-AE66-36AAF8EA1DED}" dt="2022-11-10T11:27:43.823" v="8786" actId="20577"/>
        <pc:sldMkLst>
          <pc:docMk/>
          <pc:sldMk cId="3869671627" sldId="654"/>
        </pc:sldMkLst>
      </pc:sldChg>
      <pc:sldChg chg="addSp delSp modSp add mod ord">
        <pc:chgData name="Øyvind Wiig Petersen" userId="8db00c4c-acc5-4dea-8516-ccf730572e42" providerId="ADAL" clId="{360328D0-CD2F-40A0-AE66-36AAF8EA1DED}" dt="2022-11-10T18:52:05.279" v="9518" actId="1076"/>
        <pc:sldMkLst>
          <pc:docMk/>
          <pc:sldMk cId="1349540264" sldId="655"/>
        </pc:sldMkLst>
      </pc:sldChg>
      <pc:sldChg chg="addSp delSp modSp add mod ord">
        <pc:chgData name="Øyvind Wiig Petersen" userId="8db00c4c-acc5-4dea-8516-ccf730572e42" providerId="ADAL" clId="{360328D0-CD2F-40A0-AE66-36AAF8EA1DED}" dt="2022-11-10T18:51:58.784" v="9517" actId="20577"/>
        <pc:sldMkLst>
          <pc:docMk/>
          <pc:sldMk cId="837729596" sldId="656"/>
        </pc:sldMkLst>
      </pc:sldChg>
    </pc:docChg>
  </pc:docChgLst>
  <pc:docChgLst>
    <pc:chgData name="Øyvind Wiig Petersen" userId="8db00c4c-acc5-4dea-8516-ccf730572e42" providerId="ADAL" clId="{DBC82F51-F6D4-49E2-A846-FAFA5D0B8F7C}"/>
    <pc:docChg chg="modSld">
      <pc:chgData name="Øyvind Wiig Petersen" userId="8db00c4c-acc5-4dea-8516-ccf730572e42" providerId="ADAL" clId="{DBC82F51-F6D4-49E2-A846-FAFA5D0B8F7C}" dt="2022-08-10T12:14:21.166" v="25" actId="20577"/>
      <pc:docMkLst>
        <pc:docMk/>
      </pc:docMkLst>
      <pc:sldChg chg="modSp mod">
        <pc:chgData name="Øyvind Wiig Petersen" userId="8db00c4c-acc5-4dea-8516-ccf730572e42" providerId="ADAL" clId="{DBC82F51-F6D4-49E2-A846-FAFA5D0B8F7C}" dt="2022-08-10T09:27:21.038" v="1" actId="1037"/>
        <pc:sldMkLst>
          <pc:docMk/>
          <pc:sldMk cId="2297208258" sldId="571"/>
        </pc:sldMkLst>
      </pc:sldChg>
      <pc:sldChg chg="modSp mod">
        <pc:chgData name="Øyvind Wiig Petersen" userId="8db00c4c-acc5-4dea-8516-ccf730572e42" providerId="ADAL" clId="{DBC82F51-F6D4-49E2-A846-FAFA5D0B8F7C}" dt="2022-08-10T09:30:39.862" v="12" actId="1036"/>
        <pc:sldMkLst>
          <pc:docMk/>
          <pc:sldMk cId="820026693" sldId="613"/>
        </pc:sldMkLst>
      </pc:sldChg>
      <pc:sldChg chg="modSp mod">
        <pc:chgData name="Øyvind Wiig Petersen" userId="8db00c4c-acc5-4dea-8516-ccf730572e42" providerId="ADAL" clId="{DBC82F51-F6D4-49E2-A846-FAFA5D0B8F7C}" dt="2022-08-10T09:32:35.117" v="22" actId="20577"/>
        <pc:sldMkLst>
          <pc:docMk/>
          <pc:sldMk cId="1861433934" sldId="615"/>
        </pc:sldMkLst>
      </pc:sldChg>
      <pc:sldChg chg="modSp mod">
        <pc:chgData name="Øyvind Wiig Petersen" userId="8db00c4c-acc5-4dea-8516-ccf730572e42" providerId="ADAL" clId="{DBC82F51-F6D4-49E2-A846-FAFA5D0B8F7C}" dt="2022-08-10T09:31:56.922" v="20"/>
        <pc:sldMkLst>
          <pc:docMk/>
          <pc:sldMk cId="869930188" sldId="616"/>
        </pc:sldMkLst>
      </pc:sldChg>
      <pc:sldChg chg="modSp mod">
        <pc:chgData name="Øyvind Wiig Petersen" userId="8db00c4c-acc5-4dea-8516-ccf730572e42" providerId="ADAL" clId="{DBC82F51-F6D4-49E2-A846-FAFA5D0B8F7C}" dt="2022-08-10T12:14:21.166" v="25" actId="20577"/>
        <pc:sldMkLst>
          <pc:docMk/>
          <pc:sldMk cId="1834186742" sldId="618"/>
        </pc:sldMkLst>
      </pc:sldChg>
    </pc:docChg>
  </pc:docChgLst>
  <pc:docChgLst>
    <pc:chgData name="Øyvind Wiig Petersen" userId="8db00c4c-acc5-4dea-8516-ccf730572e42" providerId="ADAL" clId="{A23B1C53-26AD-4675-9FE5-A357F7DFA523}"/>
    <pc:docChg chg="custSel addSld delSld modSld">
      <pc:chgData name="Øyvind Wiig Petersen" userId="8db00c4c-acc5-4dea-8516-ccf730572e42" providerId="ADAL" clId="{A23B1C53-26AD-4675-9FE5-A357F7DFA523}" dt="2023-08-06T09:07:41.157" v="1161" actId="2696"/>
      <pc:docMkLst>
        <pc:docMk/>
      </pc:docMkLst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349297921" sldId="622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2288825761" sldId="623"/>
        </pc:sldMkLst>
      </pc:sldChg>
      <pc:sldChg chg="del">
        <pc:chgData name="Øyvind Wiig Petersen" userId="8db00c4c-acc5-4dea-8516-ccf730572e42" providerId="ADAL" clId="{A23B1C53-26AD-4675-9FE5-A357F7DFA523}" dt="2023-08-06T09:06:43.048" v="1155" actId="2696"/>
        <pc:sldMkLst>
          <pc:docMk/>
          <pc:sldMk cId="1395816489" sldId="626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3667612092" sldId="627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183481401" sldId="628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2071881697" sldId="629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2284645702" sldId="631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428394582" sldId="633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3083339573" sldId="634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476487555" sldId="637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2822860865" sldId="638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622335411" sldId="641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079732605" sldId="643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2839871222" sldId="645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327942750" sldId="648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388537602" sldId="650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306234069" sldId="652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4072674618" sldId="653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3869671627" sldId="654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349540264" sldId="655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3224645840" sldId="659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3174034439" sldId="664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585415830" sldId="665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678330717" sldId="667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262914605" sldId="668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4173419888" sldId="669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2107164242" sldId="670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540191767" sldId="671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2823820961" sldId="672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2482254751" sldId="676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66198332" sldId="677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3690683010" sldId="680"/>
        </pc:sldMkLst>
      </pc:sldChg>
      <pc:sldChg chg="modSp mod modShow">
        <pc:chgData name="Øyvind Wiig Petersen" userId="8db00c4c-acc5-4dea-8516-ccf730572e42" providerId="ADAL" clId="{A23B1C53-26AD-4675-9FE5-A357F7DFA523}" dt="2023-08-04T18:40:28.181" v="977"/>
        <pc:sldMkLst>
          <pc:docMk/>
          <pc:sldMk cId="224759929" sldId="682"/>
        </pc:sldMkLst>
      </pc:sldChg>
      <pc:sldChg chg="del">
        <pc:chgData name="Øyvind Wiig Petersen" userId="8db00c4c-acc5-4dea-8516-ccf730572e42" providerId="ADAL" clId="{A23B1C53-26AD-4675-9FE5-A357F7DFA523}" dt="2023-08-06T09:06:51.335" v="1156" actId="2696"/>
        <pc:sldMkLst>
          <pc:docMk/>
          <pc:sldMk cId="234721242" sldId="684"/>
        </pc:sldMkLst>
      </pc:sldChg>
      <pc:sldChg chg="modSp mod modShow">
        <pc:chgData name="Øyvind Wiig Petersen" userId="8db00c4c-acc5-4dea-8516-ccf730572e42" providerId="ADAL" clId="{A23B1C53-26AD-4675-9FE5-A357F7DFA523}" dt="2023-08-06T09:01:49.368" v="1154" actId="1076"/>
        <pc:sldMkLst>
          <pc:docMk/>
          <pc:sldMk cId="194715326" sldId="685"/>
        </pc:sldMkLst>
      </pc:sldChg>
      <pc:sldChg chg="del">
        <pc:chgData name="Øyvind Wiig Petersen" userId="8db00c4c-acc5-4dea-8516-ccf730572e42" providerId="ADAL" clId="{A23B1C53-26AD-4675-9FE5-A357F7DFA523}" dt="2023-07-21T11:32:58.955" v="5" actId="2696"/>
        <pc:sldMkLst>
          <pc:docMk/>
          <pc:sldMk cId="150527128" sldId="686"/>
        </pc:sldMkLst>
      </pc:sldChg>
      <pc:sldChg chg="addSp delSp modSp new del mod modShow">
        <pc:chgData name="Øyvind Wiig Petersen" userId="8db00c4c-acc5-4dea-8516-ccf730572e42" providerId="ADAL" clId="{A23B1C53-26AD-4675-9FE5-A357F7DFA523}" dt="2023-08-06T09:07:14.832" v="1157" actId="2696"/>
        <pc:sldMkLst>
          <pc:docMk/>
          <pc:sldMk cId="4257818151" sldId="686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080897543" sldId="687"/>
        </pc:sldMkLst>
      </pc:sldChg>
      <pc:sldChg chg="add del">
        <pc:chgData name="Øyvind Wiig Petersen" userId="8db00c4c-acc5-4dea-8516-ccf730572e42" providerId="ADAL" clId="{A23B1C53-26AD-4675-9FE5-A357F7DFA523}" dt="2023-07-21T11:33:00.843" v="6" actId="2696"/>
        <pc:sldMkLst>
          <pc:docMk/>
          <pc:sldMk cId="3783118814" sldId="687"/>
        </pc:sldMkLst>
      </pc:sldChg>
      <pc:sldChg chg="addSp modSp new del mod">
        <pc:chgData name="Øyvind Wiig Petersen" userId="8db00c4c-acc5-4dea-8516-ccf730572e42" providerId="ADAL" clId="{A23B1C53-26AD-4675-9FE5-A357F7DFA523}" dt="2023-08-06T09:07:18.835" v="1158" actId="2696"/>
        <pc:sldMkLst>
          <pc:docMk/>
          <pc:sldMk cId="4071992567" sldId="687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39183055" sldId="688"/>
        </pc:sldMkLst>
      </pc:sldChg>
      <pc:sldChg chg="addSp delSp modSp new del mod setBg modShow">
        <pc:chgData name="Øyvind Wiig Petersen" userId="8db00c4c-acc5-4dea-8516-ccf730572e42" providerId="ADAL" clId="{A23B1C53-26AD-4675-9FE5-A357F7DFA523}" dt="2023-08-06T09:07:32.444" v="1160" actId="2696"/>
        <pc:sldMkLst>
          <pc:docMk/>
          <pc:sldMk cId="883684083" sldId="688"/>
        </pc:sldMkLst>
      </pc:sldChg>
      <pc:sldChg chg="addSp delSp modSp new del mod modShow">
        <pc:chgData name="Øyvind Wiig Petersen" userId="8db00c4c-acc5-4dea-8516-ccf730572e42" providerId="ADAL" clId="{A23B1C53-26AD-4675-9FE5-A357F7DFA523}" dt="2023-08-06T09:07:27.267" v="1159" actId="2696"/>
        <pc:sldMkLst>
          <pc:docMk/>
          <pc:sldMk cId="840109617" sldId="689"/>
        </pc:sldMkLst>
      </pc:sldChg>
      <pc:sldChg chg="addSp delSp modSp new del mod modShow">
        <pc:chgData name="Øyvind Wiig Petersen" userId="8db00c4c-acc5-4dea-8516-ccf730572e42" providerId="ADAL" clId="{A23B1C53-26AD-4675-9FE5-A357F7DFA523}" dt="2023-08-06T09:07:41.157" v="1161" actId="2696"/>
        <pc:sldMkLst>
          <pc:docMk/>
          <pc:sldMk cId="630460529" sldId="690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346543498" sldId="691"/>
        </pc:sldMkLst>
      </pc:sldChg>
      <pc:sldChg chg="addSp delSp modSp new mod">
        <pc:chgData name="Øyvind Wiig Petersen" userId="8db00c4c-acc5-4dea-8516-ccf730572e42" providerId="ADAL" clId="{A23B1C53-26AD-4675-9FE5-A357F7DFA523}" dt="2023-08-05T07:36:33.012" v="1141" actId="1076"/>
        <pc:sldMkLst>
          <pc:docMk/>
          <pc:sldMk cId="648831874" sldId="691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2112676033" sldId="693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3666994827" sldId="694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30948601" sldId="695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3527605035" sldId="696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732973673" sldId="697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972800360" sldId="698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355441679" sldId="699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664865800" sldId="700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3131526865" sldId="701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2272045144" sldId="702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367948738" sldId="703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3601277903" sldId="704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1055919044" sldId="705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57814939" sldId="707"/>
        </pc:sldMkLst>
      </pc:sldChg>
      <pc:sldChg chg="del">
        <pc:chgData name="Øyvind Wiig Petersen" userId="8db00c4c-acc5-4dea-8516-ccf730572e42" providerId="ADAL" clId="{A23B1C53-26AD-4675-9FE5-A357F7DFA523}" dt="2023-07-21T11:32:30.045" v="1" actId="2696"/>
        <pc:sldMkLst>
          <pc:docMk/>
          <pc:sldMk cId="2725186707" sldId="708"/>
        </pc:sldMkLst>
      </pc:sldChg>
      <pc:sldChg chg="del">
        <pc:chgData name="Øyvind Wiig Petersen" userId="8db00c4c-acc5-4dea-8516-ccf730572e42" providerId="ADAL" clId="{A23B1C53-26AD-4675-9FE5-A357F7DFA523}" dt="2023-07-21T11:31:38.268" v="0" actId="2696"/>
        <pc:sldMkLst>
          <pc:docMk/>
          <pc:sldMk cId="3577455639" sldId="709"/>
        </pc:sldMkLst>
      </pc:sldChg>
    </pc:docChg>
  </pc:docChgLst>
  <pc:docChgLst>
    <pc:chgData name="Øyvind Wiig Petersen" userId="8db00c4c-acc5-4dea-8516-ccf730572e42" providerId="ADAL" clId="{3002E8FF-C30A-4C1D-8615-3C16305136EE}"/>
    <pc:docChg chg="modSld">
      <pc:chgData name="Øyvind Wiig Petersen" userId="8db00c4c-acc5-4dea-8516-ccf730572e42" providerId="ADAL" clId="{3002E8FF-C30A-4C1D-8615-3C16305136EE}" dt="2023-10-18T10:17:24.484" v="0" actId="1076"/>
      <pc:docMkLst>
        <pc:docMk/>
      </pc:docMkLst>
      <pc:sldChg chg="modSp mod">
        <pc:chgData name="Øyvind Wiig Petersen" userId="8db00c4c-acc5-4dea-8516-ccf730572e42" providerId="ADAL" clId="{3002E8FF-C30A-4C1D-8615-3C16305136EE}" dt="2023-10-18T10:17:24.484" v="0" actId="1076"/>
        <pc:sldMkLst>
          <pc:docMk/>
          <pc:sldMk cId="3659960245" sldId="693"/>
        </pc:sldMkLst>
      </pc:sldChg>
    </pc:docChg>
  </pc:docChgLst>
  <pc:docChgLst>
    <pc:chgData name="Øyvind Wiig Petersen" userId="8db00c4c-acc5-4dea-8516-ccf730572e42" providerId="ADAL" clId="{A40CBB71-0ED2-413F-9744-CA56D06038AA}"/>
    <pc:docChg chg="custSel addSld modSld sldOrd">
      <pc:chgData name="Øyvind Wiig Petersen" userId="8db00c4c-acc5-4dea-8516-ccf730572e42" providerId="ADAL" clId="{A40CBB71-0ED2-413F-9744-CA56D06038AA}" dt="2024-05-16T08:26:26.403" v="125" actId="1076"/>
      <pc:docMkLst>
        <pc:docMk/>
      </pc:docMkLst>
      <pc:sldChg chg="modSp">
        <pc:chgData name="Øyvind Wiig Petersen" userId="8db00c4c-acc5-4dea-8516-ccf730572e42" providerId="ADAL" clId="{A40CBB71-0ED2-413F-9744-CA56D06038AA}" dt="2024-05-06T10:27:15.579" v="0"/>
        <pc:sldMkLst>
          <pc:docMk/>
          <pc:sldMk cId="2017266982" sldId="694"/>
        </pc:sldMkLst>
      </pc:sldChg>
      <pc:sldChg chg="addSp delSp modSp add mod">
        <pc:chgData name="Øyvind Wiig Petersen" userId="8db00c4c-acc5-4dea-8516-ccf730572e42" providerId="ADAL" clId="{A40CBB71-0ED2-413F-9744-CA56D06038AA}" dt="2024-05-15T13:59:48.094" v="100"/>
        <pc:sldMkLst>
          <pc:docMk/>
          <pc:sldMk cId="4288151334" sldId="696"/>
        </pc:sldMkLst>
      </pc:sldChg>
      <pc:sldChg chg="addSp delSp modSp add mod ord">
        <pc:chgData name="Øyvind Wiig Petersen" userId="8db00c4c-acc5-4dea-8516-ccf730572e42" providerId="ADAL" clId="{A40CBB71-0ED2-413F-9744-CA56D06038AA}" dt="2024-05-16T08:26:26.403" v="125" actId="1076"/>
        <pc:sldMkLst>
          <pc:docMk/>
          <pc:sldMk cId="1897226800" sldId="697"/>
        </pc:sldMkLst>
      </pc:sldChg>
    </pc:docChg>
  </pc:docChgLst>
  <pc:docChgLst>
    <pc:chgData name="Øyvind Wiig Petersen" userId="8db00c4c-acc5-4dea-8516-ccf730572e42" providerId="ADAL" clId="{F0E25A11-CAB6-4A50-BCA7-C03D412FF94E}"/>
    <pc:docChg chg="undo redo custSel addSld delSld modSld sldOrd">
      <pc:chgData name="Øyvind Wiig Petersen" userId="8db00c4c-acc5-4dea-8516-ccf730572e42" providerId="ADAL" clId="{F0E25A11-CAB6-4A50-BCA7-C03D412FF94E}" dt="2023-06-30T06:39:12.943" v="226" actId="1076"/>
      <pc:docMkLst>
        <pc:docMk/>
      </pc:docMkLst>
      <pc:sldChg chg="add del">
        <pc:chgData name="Øyvind Wiig Petersen" userId="8db00c4c-acc5-4dea-8516-ccf730572e42" providerId="ADAL" clId="{F0E25A11-CAB6-4A50-BCA7-C03D412FF94E}" dt="2023-06-13T08:40:07.062" v="8" actId="2696"/>
        <pc:sldMkLst>
          <pc:docMk/>
          <pc:sldMk cId="2297208258" sldId="571"/>
        </pc:sldMkLst>
      </pc:sldChg>
      <pc:sldChg chg="modSp mod">
        <pc:chgData name="Øyvind Wiig Petersen" userId="8db00c4c-acc5-4dea-8516-ccf730572e42" providerId="ADAL" clId="{F0E25A11-CAB6-4A50-BCA7-C03D412FF94E}" dt="2023-06-13T08:40:07.584" v="10"/>
        <pc:sldMkLst>
          <pc:docMk/>
          <pc:sldMk cId="3122996818" sldId="619"/>
        </pc:sldMkLst>
      </pc:sldChg>
      <pc:sldChg chg="add del">
        <pc:chgData name="Øyvind Wiig Petersen" userId="8db00c4c-acc5-4dea-8516-ccf730572e42" providerId="ADAL" clId="{F0E25A11-CAB6-4A50-BCA7-C03D412FF94E}" dt="2023-06-13T08:40:07.062" v="8" actId="2696"/>
        <pc:sldMkLst>
          <pc:docMk/>
          <pc:sldMk cId="4015089207" sldId="620"/>
        </pc:sldMkLst>
      </pc:sldChg>
      <pc:sldChg chg="add del">
        <pc:chgData name="Øyvind Wiig Petersen" userId="8db00c4c-acc5-4dea-8516-ccf730572e42" providerId="ADAL" clId="{F0E25A11-CAB6-4A50-BCA7-C03D412FF94E}" dt="2023-06-13T08:40:07.062" v="8" actId="2696"/>
        <pc:sldMkLst>
          <pc:docMk/>
          <pc:sldMk cId="21414729" sldId="621"/>
        </pc:sldMkLst>
      </pc:sldChg>
      <pc:sldChg chg="mod modShow">
        <pc:chgData name="Øyvind Wiig Petersen" userId="8db00c4c-acc5-4dea-8516-ccf730572e42" providerId="ADAL" clId="{F0E25A11-CAB6-4A50-BCA7-C03D412FF94E}" dt="2023-06-13T08:48:31.478" v="142" actId="729"/>
        <pc:sldMkLst>
          <pc:docMk/>
          <pc:sldMk cId="1395816489" sldId="626"/>
        </pc:sldMkLst>
      </pc:sldChg>
      <pc:sldChg chg="add del">
        <pc:chgData name="Øyvind Wiig Petersen" userId="8db00c4c-acc5-4dea-8516-ccf730572e42" providerId="ADAL" clId="{F0E25A11-CAB6-4A50-BCA7-C03D412FF94E}" dt="2023-06-13T08:40:11.106" v="11" actId="2696"/>
        <pc:sldMkLst>
          <pc:docMk/>
          <pc:sldMk cId="166214379" sldId="632"/>
        </pc:sldMkLst>
      </pc:sldChg>
      <pc:sldChg chg="modNotesTx">
        <pc:chgData name="Øyvind Wiig Petersen" userId="8db00c4c-acc5-4dea-8516-ccf730572e42" providerId="ADAL" clId="{F0E25A11-CAB6-4A50-BCA7-C03D412FF94E}" dt="2023-06-13T08:45:25.277" v="26" actId="20577"/>
        <pc:sldMkLst>
          <pc:docMk/>
          <pc:sldMk cId="428394582" sldId="633"/>
        </pc:sldMkLst>
      </pc:sldChg>
      <pc:sldChg chg="modNotesTx">
        <pc:chgData name="Øyvind Wiig Petersen" userId="8db00c4c-acc5-4dea-8516-ccf730572e42" providerId="ADAL" clId="{F0E25A11-CAB6-4A50-BCA7-C03D412FF94E}" dt="2023-06-13T08:45:23.740" v="25" actId="20577"/>
        <pc:sldMkLst>
          <pc:docMk/>
          <pc:sldMk cId="3083339573" sldId="634"/>
        </pc:sldMkLst>
      </pc:sldChg>
      <pc:sldChg chg="modNotesTx">
        <pc:chgData name="Øyvind Wiig Petersen" userId="8db00c4c-acc5-4dea-8516-ccf730572e42" providerId="ADAL" clId="{F0E25A11-CAB6-4A50-BCA7-C03D412FF94E}" dt="2023-06-13T08:45:14.794" v="23" actId="20577"/>
        <pc:sldMkLst>
          <pc:docMk/>
          <pc:sldMk cId="1622335411" sldId="641"/>
        </pc:sldMkLst>
      </pc:sldChg>
      <pc:sldChg chg="modNotesTx">
        <pc:chgData name="Øyvind Wiig Petersen" userId="8db00c4c-acc5-4dea-8516-ccf730572e42" providerId="ADAL" clId="{F0E25A11-CAB6-4A50-BCA7-C03D412FF94E}" dt="2023-06-13T08:45:18.042" v="24" actId="20577"/>
        <pc:sldMkLst>
          <pc:docMk/>
          <pc:sldMk cId="4072674618" sldId="653"/>
        </pc:sldMkLst>
      </pc:sldChg>
      <pc:sldChg chg="modSp mod">
        <pc:chgData name="Øyvind Wiig Petersen" userId="8db00c4c-acc5-4dea-8516-ccf730572e42" providerId="ADAL" clId="{F0E25A11-CAB6-4A50-BCA7-C03D412FF94E}" dt="2023-06-13T08:46:39.792" v="139" actId="207"/>
        <pc:sldMkLst>
          <pc:docMk/>
          <pc:sldMk cId="1262914605" sldId="668"/>
        </pc:sldMkLst>
      </pc:sldChg>
      <pc:sldChg chg="mod modShow">
        <pc:chgData name="Øyvind Wiig Petersen" userId="8db00c4c-acc5-4dea-8516-ccf730572e42" providerId="ADAL" clId="{F0E25A11-CAB6-4A50-BCA7-C03D412FF94E}" dt="2023-06-13T08:48:50.543" v="147" actId="729"/>
        <pc:sldMkLst>
          <pc:docMk/>
          <pc:sldMk cId="224759929" sldId="682"/>
        </pc:sldMkLst>
      </pc:sldChg>
      <pc:sldChg chg="mod modShow">
        <pc:chgData name="Øyvind Wiig Petersen" userId="8db00c4c-acc5-4dea-8516-ccf730572e42" providerId="ADAL" clId="{F0E25A11-CAB6-4A50-BCA7-C03D412FF94E}" dt="2023-06-13T08:48:42.401" v="145" actId="729"/>
        <pc:sldMkLst>
          <pc:docMk/>
          <pc:sldMk cId="3499849826" sldId="683"/>
        </pc:sldMkLst>
      </pc:sldChg>
      <pc:sldChg chg="mod modShow">
        <pc:chgData name="Øyvind Wiig Petersen" userId="8db00c4c-acc5-4dea-8516-ccf730572e42" providerId="ADAL" clId="{F0E25A11-CAB6-4A50-BCA7-C03D412FF94E}" dt="2023-06-13T08:48:37.731" v="144" actId="729"/>
        <pc:sldMkLst>
          <pc:docMk/>
          <pc:sldMk cId="234721242" sldId="684"/>
        </pc:sldMkLst>
      </pc:sldChg>
      <pc:sldChg chg="mod modShow">
        <pc:chgData name="Øyvind Wiig Petersen" userId="8db00c4c-acc5-4dea-8516-ccf730572e42" providerId="ADAL" clId="{F0E25A11-CAB6-4A50-BCA7-C03D412FF94E}" dt="2023-06-13T08:48:55.979" v="148" actId="729"/>
        <pc:sldMkLst>
          <pc:docMk/>
          <pc:sldMk cId="194715326" sldId="685"/>
        </pc:sldMkLst>
      </pc:sldChg>
      <pc:sldChg chg="mod modShow">
        <pc:chgData name="Øyvind Wiig Petersen" userId="8db00c4c-acc5-4dea-8516-ccf730572e42" providerId="ADAL" clId="{F0E25A11-CAB6-4A50-BCA7-C03D412FF94E}" dt="2023-06-13T08:48:44.636" v="146" actId="729"/>
        <pc:sldMkLst>
          <pc:docMk/>
          <pc:sldMk cId="150527128" sldId="686"/>
        </pc:sldMkLst>
      </pc:sldChg>
      <pc:sldChg chg="del">
        <pc:chgData name="Øyvind Wiig Petersen" userId="8db00c4c-acc5-4dea-8516-ccf730572e42" providerId="ADAL" clId="{F0E25A11-CAB6-4A50-BCA7-C03D412FF94E}" dt="2023-06-13T08:47:56.565" v="140" actId="2696"/>
        <pc:sldMkLst>
          <pc:docMk/>
          <pc:sldMk cId="4145184486" sldId="689"/>
        </pc:sldMkLst>
      </pc:sldChg>
      <pc:sldChg chg="del">
        <pc:chgData name="Øyvind Wiig Petersen" userId="8db00c4c-acc5-4dea-8516-ccf730572e42" providerId="ADAL" clId="{F0E25A11-CAB6-4A50-BCA7-C03D412FF94E}" dt="2023-06-13T08:48:16.546" v="141" actId="2696"/>
        <pc:sldMkLst>
          <pc:docMk/>
          <pc:sldMk cId="885682332" sldId="692"/>
        </pc:sldMkLst>
      </pc:sldChg>
      <pc:sldChg chg="delSp modSp mod">
        <pc:chgData name="Øyvind Wiig Petersen" userId="8db00c4c-acc5-4dea-8516-ccf730572e42" providerId="ADAL" clId="{F0E25A11-CAB6-4A50-BCA7-C03D412FF94E}" dt="2023-06-13T08:44:33.135" v="20" actId="478"/>
        <pc:sldMkLst>
          <pc:docMk/>
          <pc:sldMk cId="2112676033" sldId="693"/>
        </pc:sldMkLst>
      </pc:sldChg>
      <pc:sldChg chg="addSp delSp modSp del mod">
        <pc:chgData name="Øyvind Wiig Petersen" userId="8db00c4c-acc5-4dea-8516-ccf730572e42" providerId="ADAL" clId="{F0E25A11-CAB6-4A50-BCA7-C03D412FF94E}" dt="2023-06-13T08:42:43.093" v="15" actId="2696"/>
        <pc:sldMkLst>
          <pc:docMk/>
          <pc:sldMk cId="1235534667" sldId="706"/>
        </pc:sldMkLst>
      </pc:sldChg>
      <pc:sldChg chg="mod ord modShow">
        <pc:chgData name="Øyvind Wiig Petersen" userId="8db00c4c-acc5-4dea-8516-ccf730572e42" providerId="ADAL" clId="{F0E25A11-CAB6-4A50-BCA7-C03D412FF94E}" dt="2023-06-13T08:48:55.979" v="148" actId="729"/>
        <pc:sldMkLst>
          <pc:docMk/>
          <pc:sldMk cId="57814939" sldId="707"/>
        </pc:sldMkLst>
      </pc:sldChg>
      <pc:sldChg chg="mod modShow">
        <pc:chgData name="Øyvind Wiig Petersen" userId="8db00c4c-acc5-4dea-8516-ccf730572e42" providerId="ADAL" clId="{F0E25A11-CAB6-4A50-BCA7-C03D412FF94E}" dt="2023-06-13T08:48:33.638" v="143" actId="729"/>
        <pc:sldMkLst>
          <pc:docMk/>
          <pc:sldMk cId="2725186707" sldId="708"/>
        </pc:sldMkLst>
      </pc:sldChg>
      <pc:sldChg chg="addSp delSp modSp new mod">
        <pc:chgData name="Øyvind Wiig Petersen" userId="8db00c4c-acc5-4dea-8516-ccf730572e42" providerId="ADAL" clId="{F0E25A11-CAB6-4A50-BCA7-C03D412FF94E}" dt="2023-06-30T06:39:12.943" v="226" actId="1076"/>
        <pc:sldMkLst>
          <pc:docMk/>
          <pc:sldMk cId="3577455639" sldId="709"/>
        </pc:sldMkLst>
      </pc:sldChg>
    </pc:docChg>
  </pc:docChgLst>
  <pc:docChgLst>
    <pc:chgData name="Øyvind Wiig Petersen" userId="8db00c4c-acc5-4dea-8516-ccf730572e42" providerId="ADAL" clId="{67F3F98E-F555-4318-81D3-4D39E3DCAB1E}"/>
    <pc:docChg chg="delSld modSld">
      <pc:chgData name="Øyvind Wiig Petersen" userId="8db00c4c-acc5-4dea-8516-ccf730572e42" providerId="ADAL" clId="{67F3F98E-F555-4318-81D3-4D39E3DCAB1E}" dt="2022-05-18T09:01:57.942" v="17"/>
      <pc:docMkLst>
        <pc:docMk/>
      </pc:docMkLst>
      <pc:sldChg chg="del">
        <pc:chgData name="Øyvind Wiig Petersen" userId="8db00c4c-acc5-4dea-8516-ccf730572e42" providerId="ADAL" clId="{67F3F98E-F555-4318-81D3-4D39E3DCAB1E}" dt="2022-05-18T08:39:50.037" v="0" actId="2696"/>
        <pc:sldMkLst>
          <pc:docMk/>
          <pc:sldMk cId="2650946992" sldId="515"/>
        </pc:sldMkLst>
      </pc:sldChg>
      <pc:sldChg chg="del">
        <pc:chgData name="Øyvind Wiig Petersen" userId="8db00c4c-acc5-4dea-8516-ccf730572e42" providerId="ADAL" clId="{67F3F98E-F555-4318-81D3-4D39E3DCAB1E}" dt="2022-05-18T08:39:50.037" v="0" actId="2696"/>
        <pc:sldMkLst>
          <pc:docMk/>
          <pc:sldMk cId="216039340" sldId="516"/>
        </pc:sldMkLst>
      </pc:sldChg>
      <pc:sldChg chg="del">
        <pc:chgData name="Øyvind Wiig Petersen" userId="8db00c4c-acc5-4dea-8516-ccf730572e42" providerId="ADAL" clId="{67F3F98E-F555-4318-81D3-4D39E3DCAB1E}" dt="2022-05-18T08:39:50.037" v="0" actId="2696"/>
        <pc:sldMkLst>
          <pc:docMk/>
          <pc:sldMk cId="2162128973" sldId="524"/>
        </pc:sldMkLst>
      </pc:sldChg>
      <pc:sldChg chg="del">
        <pc:chgData name="Øyvind Wiig Petersen" userId="8db00c4c-acc5-4dea-8516-ccf730572e42" providerId="ADAL" clId="{67F3F98E-F555-4318-81D3-4D39E3DCAB1E}" dt="2022-05-18T08:39:50.037" v="0" actId="2696"/>
        <pc:sldMkLst>
          <pc:docMk/>
          <pc:sldMk cId="3212662827" sldId="526"/>
        </pc:sldMkLst>
      </pc:sldChg>
      <pc:sldChg chg="modSp mod">
        <pc:chgData name="Øyvind Wiig Petersen" userId="8db00c4c-acc5-4dea-8516-ccf730572e42" providerId="ADAL" clId="{67F3F98E-F555-4318-81D3-4D39E3DCAB1E}" dt="2022-05-18T08:39:54.134" v="1" actId="21"/>
        <pc:sldMkLst>
          <pc:docMk/>
          <pc:sldMk cId="725769110" sldId="575"/>
        </pc:sldMkLst>
      </pc:sldChg>
      <pc:sldChg chg="modSp">
        <pc:chgData name="Øyvind Wiig Petersen" userId="8db00c4c-acc5-4dea-8516-ccf730572e42" providerId="ADAL" clId="{67F3F98E-F555-4318-81D3-4D39E3DCAB1E}" dt="2022-05-18T09:01:57.942" v="17"/>
        <pc:sldMkLst>
          <pc:docMk/>
          <pc:sldMk cId="531684205" sldId="614"/>
        </pc:sldMkLst>
      </pc:sldChg>
      <pc:sldChg chg="del">
        <pc:chgData name="Øyvind Wiig Petersen" userId="8db00c4c-acc5-4dea-8516-ccf730572e42" providerId="ADAL" clId="{67F3F98E-F555-4318-81D3-4D39E3DCAB1E}" dt="2022-05-18T08:39:50.037" v="0" actId="2696"/>
        <pc:sldMkLst>
          <pc:docMk/>
          <pc:sldMk cId="951995722" sldId="617"/>
        </pc:sldMkLst>
      </pc:sldChg>
    </pc:docChg>
  </pc:docChgLst>
  <pc:docChgLst>
    <pc:chgData name="Øyvind Wiig Petersen" userId="8db00c4c-acc5-4dea-8516-ccf730572e42" providerId="ADAL" clId="{ECD379D8-160C-4C9C-BFE8-1CDECE7F9FD3}"/>
    <pc:docChg chg="undo custSel addSld delSld modSld">
      <pc:chgData name="Øyvind Wiig Petersen" userId="8db00c4c-acc5-4dea-8516-ccf730572e42" providerId="ADAL" clId="{ECD379D8-160C-4C9C-BFE8-1CDECE7F9FD3}" dt="2022-07-04T07:37:14.133" v="352" actId="20577"/>
      <pc:docMkLst>
        <pc:docMk/>
      </pc:docMkLst>
      <pc:sldChg chg="del">
        <pc:chgData name="Øyvind Wiig Petersen" userId="8db00c4c-acc5-4dea-8516-ccf730572e42" providerId="ADAL" clId="{ECD379D8-160C-4C9C-BFE8-1CDECE7F9FD3}" dt="2022-07-04T06:35:50.929" v="252" actId="47"/>
        <pc:sldMkLst>
          <pc:docMk/>
          <pc:sldMk cId="4181682755" sldId="529"/>
        </pc:sldMkLst>
      </pc:sldChg>
      <pc:sldChg chg="modSp mod">
        <pc:chgData name="Øyvind Wiig Petersen" userId="8db00c4c-acc5-4dea-8516-ccf730572e42" providerId="ADAL" clId="{ECD379D8-160C-4C9C-BFE8-1CDECE7F9FD3}" dt="2022-07-04T06:28:06.672" v="118" actId="5793"/>
        <pc:sldMkLst>
          <pc:docMk/>
          <pc:sldMk cId="2297208258" sldId="571"/>
        </pc:sldMkLst>
      </pc:sldChg>
      <pc:sldChg chg="addSp modSp mod modAnim">
        <pc:chgData name="Øyvind Wiig Petersen" userId="8db00c4c-acc5-4dea-8516-ccf730572e42" providerId="ADAL" clId="{ECD379D8-160C-4C9C-BFE8-1CDECE7F9FD3}" dt="2022-07-04T06:30:02.997" v="153" actId="1076"/>
        <pc:sldMkLst>
          <pc:docMk/>
          <pc:sldMk cId="3155278157" sldId="574"/>
        </pc:sldMkLst>
      </pc:sldChg>
      <pc:sldChg chg="modSp mod">
        <pc:chgData name="Øyvind Wiig Petersen" userId="8db00c4c-acc5-4dea-8516-ccf730572e42" providerId="ADAL" clId="{ECD379D8-160C-4C9C-BFE8-1CDECE7F9FD3}" dt="2022-07-04T06:27:05.309" v="110" actId="20577"/>
        <pc:sldMkLst>
          <pc:docMk/>
          <pc:sldMk cId="725769110" sldId="575"/>
        </pc:sldMkLst>
      </pc:sldChg>
      <pc:sldChg chg="modSp mod">
        <pc:chgData name="Øyvind Wiig Petersen" userId="8db00c4c-acc5-4dea-8516-ccf730572e42" providerId="ADAL" clId="{ECD379D8-160C-4C9C-BFE8-1CDECE7F9FD3}" dt="2022-07-04T06:35:02.806" v="251" actId="114"/>
        <pc:sldMkLst>
          <pc:docMk/>
          <pc:sldMk cId="2641580211" sldId="612"/>
        </pc:sldMkLst>
      </pc:sldChg>
      <pc:sldChg chg="modSp mod">
        <pc:chgData name="Øyvind Wiig Petersen" userId="8db00c4c-acc5-4dea-8516-ccf730572e42" providerId="ADAL" clId="{ECD379D8-160C-4C9C-BFE8-1CDECE7F9FD3}" dt="2022-07-04T06:31:14.043" v="154"/>
        <pc:sldMkLst>
          <pc:docMk/>
          <pc:sldMk cId="820026693" sldId="613"/>
        </pc:sldMkLst>
      </pc:sldChg>
      <pc:sldChg chg="delSp modSp mod">
        <pc:chgData name="Øyvind Wiig Petersen" userId="8db00c4c-acc5-4dea-8516-ccf730572e42" providerId="ADAL" clId="{ECD379D8-160C-4C9C-BFE8-1CDECE7F9FD3}" dt="2022-07-04T07:37:14.133" v="352" actId="20577"/>
        <pc:sldMkLst>
          <pc:docMk/>
          <pc:sldMk cId="531684205" sldId="614"/>
        </pc:sldMkLst>
      </pc:sldChg>
      <pc:sldChg chg="modSp mod">
        <pc:chgData name="Øyvind Wiig Petersen" userId="8db00c4c-acc5-4dea-8516-ccf730572e42" providerId="ADAL" clId="{ECD379D8-160C-4C9C-BFE8-1CDECE7F9FD3}" dt="2022-07-04T06:33:48.247" v="249" actId="20577"/>
        <pc:sldMkLst>
          <pc:docMk/>
          <pc:sldMk cId="1861433934" sldId="615"/>
        </pc:sldMkLst>
      </pc:sldChg>
      <pc:sldChg chg="modSp mod">
        <pc:chgData name="Øyvind Wiig Petersen" userId="8db00c4c-acc5-4dea-8516-ccf730572e42" providerId="ADAL" clId="{ECD379D8-160C-4C9C-BFE8-1CDECE7F9FD3}" dt="2022-07-04T07:34:37.762" v="258" actId="1076"/>
        <pc:sldMkLst>
          <pc:docMk/>
          <pc:sldMk cId="869930188" sldId="616"/>
        </pc:sldMkLst>
      </pc:sldChg>
      <pc:sldChg chg="modSp add mod">
        <pc:chgData name="Øyvind Wiig Petersen" userId="8db00c4c-acc5-4dea-8516-ccf730572e42" providerId="ADAL" clId="{ECD379D8-160C-4C9C-BFE8-1CDECE7F9FD3}" dt="2022-07-04T06:26:48.903" v="94" actId="20577"/>
        <pc:sldMkLst>
          <pc:docMk/>
          <pc:sldMk cId="1834186742" sldId="618"/>
        </pc:sldMkLst>
      </pc:sldChg>
    </pc:docChg>
  </pc:docChgLst>
  <pc:docChgLst>
    <pc:chgData name="Øyvind Wiig Petersen" userId="8db00c4c-acc5-4dea-8516-ccf730572e42" providerId="ADAL" clId="{3D793AE2-BCEA-478C-9FE3-C585EFDB2462}"/>
    <pc:docChg chg="custSel addSld delSld modSld sldOrd">
      <pc:chgData name="Øyvind Wiig Petersen" userId="8db00c4c-acc5-4dea-8516-ccf730572e42" providerId="ADAL" clId="{3D793AE2-BCEA-478C-9FE3-C585EFDB2462}" dt="2024-04-01T06:21:40.268" v="408" actId="478"/>
      <pc:docMkLst>
        <pc:docMk/>
      </pc:docMkLst>
      <pc:sldChg chg="modSp add mod">
        <pc:chgData name="Øyvind Wiig Petersen" userId="8db00c4c-acc5-4dea-8516-ccf730572e42" providerId="ADAL" clId="{3D793AE2-BCEA-478C-9FE3-C585EFDB2462}" dt="2024-03-24T09:53:45.640" v="291"/>
        <pc:sldMkLst>
          <pc:docMk/>
          <pc:sldMk cId="1834186742" sldId="618"/>
        </pc:sldMkLst>
      </pc:sldChg>
      <pc:sldChg chg="modSp del mod">
        <pc:chgData name="Øyvind Wiig Petersen" userId="8db00c4c-acc5-4dea-8516-ccf730572e42" providerId="ADAL" clId="{3D793AE2-BCEA-478C-9FE3-C585EFDB2462}" dt="2024-03-24T09:53:48.126" v="292" actId="2696"/>
        <pc:sldMkLst>
          <pc:docMk/>
          <pc:sldMk cId="3122996818" sldId="619"/>
        </pc:sldMkLst>
      </pc:sldChg>
      <pc:sldChg chg="modSp del mod modShow">
        <pc:chgData name="Øyvind Wiig Petersen" userId="8db00c4c-acc5-4dea-8516-ccf730572e42" providerId="ADAL" clId="{3D793AE2-BCEA-478C-9FE3-C585EFDB2462}" dt="2024-03-24T09:52:10.350" v="288" actId="2696"/>
        <pc:sldMkLst>
          <pc:docMk/>
          <pc:sldMk cId="224759929" sldId="682"/>
        </pc:sldMkLst>
      </pc:sldChg>
      <pc:sldChg chg="modSp del">
        <pc:chgData name="Øyvind Wiig Petersen" userId="8db00c4c-acc5-4dea-8516-ccf730572e42" providerId="ADAL" clId="{3D793AE2-BCEA-478C-9FE3-C585EFDB2462}" dt="2024-03-24T09:54:01.920" v="293" actId="47"/>
        <pc:sldMkLst>
          <pc:docMk/>
          <pc:sldMk cId="3499849826" sldId="683"/>
        </pc:sldMkLst>
      </pc:sldChg>
      <pc:sldChg chg="delSp modSp mod">
        <pc:chgData name="Øyvind Wiig Petersen" userId="8db00c4c-acc5-4dea-8516-ccf730572e42" providerId="ADAL" clId="{3D793AE2-BCEA-478C-9FE3-C585EFDB2462}" dt="2024-04-01T06:21:40.268" v="408" actId="478"/>
        <pc:sldMkLst>
          <pc:docMk/>
          <pc:sldMk cId="194715326" sldId="685"/>
        </pc:sldMkLst>
      </pc:sldChg>
      <pc:sldChg chg="addSp modSp mod ord">
        <pc:chgData name="Øyvind Wiig Petersen" userId="8db00c4c-acc5-4dea-8516-ccf730572e42" providerId="ADAL" clId="{3D793AE2-BCEA-478C-9FE3-C585EFDB2462}" dt="2024-03-24T09:51:32.383" v="285" actId="20577"/>
        <pc:sldMkLst>
          <pc:docMk/>
          <pc:sldMk cId="648831874" sldId="691"/>
        </pc:sldMkLst>
      </pc:sldChg>
      <pc:sldChg chg="del">
        <pc:chgData name="Øyvind Wiig Petersen" userId="8db00c4c-acc5-4dea-8516-ccf730572e42" providerId="ADAL" clId="{3D793AE2-BCEA-478C-9FE3-C585EFDB2462}" dt="2024-03-24T09:51:53.172" v="286" actId="2696"/>
        <pc:sldMkLst>
          <pc:docMk/>
          <pc:sldMk cId="3236549055" sldId="692"/>
        </pc:sldMkLst>
      </pc:sldChg>
      <pc:sldChg chg="modSp del mod">
        <pc:chgData name="Øyvind Wiig Petersen" userId="8db00c4c-acc5-4dea-8516-ccf730572e42" providerId="ADAL" clId="{3D793AE2-BCEA-478C-9FE3-C585EFDB2462}" dt="2024-03-24T09:54:01.920" v="293" actId="47"/>
        <pc:sldMkLst>
          <pc:docMk/>
          <pc:sldMk cId="3659960245" sldId="693"/>
        </pc:sldMkLst>
      </pc:sldChg>
      <pc:sldChg chg="addSp delSp modSp add mod ord">
        <pc:chgData name="Øyvind Wiig Petersen" userId="8db00c4c-acc5-4dea-8516-ccf730572e42" providerId="ADAL" clId="{3D793AE2-BCEA-478C-9FE3-C585EFDB2462}" dt="2024-03-13T07:04:17.444" v="269" actId="1076"/>
        <pc:sldMkLst>
          <pc:docMk/>
          <pc:sldMk cId="2017266982" sldId="694"/>
        </pc:sldMkLst>
      </pc:sldChg>
      <pc:sldChg chg="addSp delSp modSp add mod ord">
        <pc:chgData name="Øyvind Wiig Petersen" userId="8db00c4c-acc5-4dea-8516-ccf730572e42" providerId="ADAL" clId="{3D793AE2-BCEA-478C-9FE3-C585EFDB2462}" dt="2024-03-26T19:59:54.761" v="407" actId="1076"/>
        <pc:sldMkLst>
          <pc:docMk/>
          <pc:sldMk cId="1398240539" sldId="695"/>
        </pc:sldMkLst>
      </pc:sldChg>
      <pc:sldChg chg="new del">
        <pc:chgData name="Øyvind Wiig Petersen" userId="8db00c4c-acc5-4dea-8516-ccf730572e42" providerId="ADAL" clId="{3D793AE2-BCEA-478C-9FE3-C585EFDB2462}" dt="2024-03-24T09:52:03.066" v="287" actId="2696"/>
        <pc:sldMkLst>
          <pc:docMk/>
          <pc:sldMk cId="2957046283" sldId="695"/>
        </pc:sldMkLst>
      </pc:sldChg>
    </pc:docChg>
  </pc:docChgLst>
  <pc:docChgLst>
    <pc:chgData name="Øyvind Wiig Petersen" userId="8db00c4c-acc5-4dea-8516-ccf730572e42" providerId="ADAL" clId="{ED223E36-A47A-4F19-92CB-E23B5F917404}"/>
    <pc:docChg chg="undo custSel addSld delSld modSld">
      <pc:chgData name="Øyvind Wiig Petersen" userId="8db00c4c-acc5-4dea-8516-ccf730572e42" providerId="ADAL" clId="{ED223E36-A47A-4F19-92CB-E23B5F917404}" dt="2022-09-16T07:26:13.052" v="33" actId="20577"/>
      <pc:docMkLst>
        <pc:docMk/>
      </pc:docMkLst>
      <pc:sldChg chg="modSp mod">
        <pc:chgData name="Øyvind Wiig Petersen" userId="8db00c4c-acc5-4dea-8516-ccf730572e42" providerId="ADAL" clId="{ED223E36-A47A-4F19-92CB-E23B5F917404}" dt="2022-09-16T07:26:13.052" v="33" actId="20577"/>
        <pc:sldMkLst>
          <pc:docMk/>
          <pc:sldMk cId="2297208258" sldId="571"/>
        </pc:sldMkLst>
      </pc:sldChg>
      <pc:sldChg chg="addSp delSp modSp del mod">
        <pc:chgData name="Øyvind Wiig Petersen" userId="8db00c4c-acc5-4dea-8516-ccf730572e42" providerId="ADAL" clId="{ED223E36-A47A-4F19-92CB-E23B5F917404}" dt="2022-09-16T07:25:49.915" v="17" actId="2696"/>
        <pc:sldMkLst>
          <pc:docMk/>
          <pc:sldMk cId="1834186742" sldId="618"/>
        </pc:sldMkLst>
      </pc:sldChg>
      <pc:sldChg chg="modSp add mod">
        <pc:chgData name="Øyvind Wiig Petersen" userId="8db00c4c-acc5-4dea-8516-ccf730572e42" providerId="ADAL" clId="{ED223E36-A47A-4F19-92CB-E23B5F917404}" dt="2022-09-16T07:25:47.076" v="16" actId="115"/>
        <pc:sldMkLst>
          <pc:docMk/>
          <pc:sldMk cId="3122996818" sldId="61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00E29-18E1-4109-AAA1-F28C0AAA934D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BB340-A06A-422E-A2E4-A8D03E8B6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348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02B75C-0EBB-4B30-BBC4-C5E69FFFE7FE}" type="datetimeFigureOut">
              <a:rPr lang="nb-NO" smtClean="0"/>
              <a:t>22.05.2025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FF28BA-818D-4B07-AEBE-B16BD9B7CDF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58911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F28BA-818D-4B07-AEBE-B16BD9B7CDF3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45983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9BD3E-57F3-6D9A-8879-B2F41949D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1B025-C50B-E014-AAEB-AEE9ECFF1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D9694D-3CDD-AFD4-EEF4-3DC4BEAFD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A66F4-76D2-682F-2B6B-0B901370C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F28BA-818D-4B07-AEBE-B16BD9B7CDF3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44502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F28BA-818D-4B07-AEBE-B16BD9B7CDF3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36854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F28BA-818D-4B07-AEBE-B16BD9B7CDF3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25825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F28BA-818D-4B07-AEBE-B16BD9B7CDF3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05389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491087" y="2677415"/>
            <a:ext cx="10363200" cy="901094"/>
          </a:xfrm>
        </p:spPr>
        <p:txBody>
          <a:bodyPr anchor="t" anchorCtr="0"/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491087" y="3645154"/>
            <a:ext cx="103632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 dirty="0"/>
              <a:t>Klikk for å redigere undertittelstil i malen</a:t>
            </a:r>
          </a:p>
        </p:txBody>
      </p:sp>
    </p:spTree>
    <p:extLst>
      <p:ext uri="{BB962C8B-B14F-4D97-AF65-F5344CB8AC3E}">
        <p14:creationId xmlns:p14="http://schemas.microsoft.com/office/powerpoint/2010/main" val="1000159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/>
          <p:cNvSpPr>
            <a:spLocks noGrp="1"/>
          </p:cNvSpPr>
          <p:nvPr>
            <p:ph idx="1" hasCustomPrompt="1"/>
          </p:nvPr>
        </p:nvSpPr>
        <p:spPr>
          <a:xfrm>
            <a:off x="591731" y="1089025"/>
            <a:ext cx="10972800" cy="1329595"/>
          </a:xfrm>
        </p:spPr>
        <p:txBody>
          <a:bodyPr>
            <a:noAutofit/>
          </a:bodyPr>
          <a:lstStyle>
            <a:lvl1pPr>
              <a:defRPr sz="1800"/>
            </a:lvl1pPr>
            <a:lvl2pPr marL="742950" indent="-285750" defTabSz="449263">
              <a:buFont typeface="Arial" panose="020B0604020202020204" pitchFamily="34" charset="0"/>
              <a:buChar char="»"/>
              <a:tabLst>
                <a:tab pos="806450" algn="l"/>
              </a:tabLst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 dirty="0" err="1"/>
              <a:t>Klikk</a:t>
            </a:r>
            <a:r>
              <a:rPr lang="en-US" noProof="0" dirty="0"/>
              <a:t> for å </a:t>
            </a:r>
            <a:r>
              <a:rPr lang="en-US" noProof="0" dirty="0" err="1"/>
              <a:t>redigere</a:t>
            </a:r>
            <a:r>
              <a:rPr lang="en-US" noProof="0" dirty="0"/>
              <a:t> </a:t>
            </a:r>
            <a:r>
              <a:rPr lang="en-US" noProof="0" dirty="0" err="1"/>
              <a:t>tekststiler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</a:t>
            </a:r>
            <a:r>
              <a:rPr lang="en-US" noProof="0" dirty="0" err="1"/>
              <a:t>malen</a:t>
            </a:r>
            <a:endParaRPr lang="en-US" noProof="0" dirty="0"/>
          </a:p>
          <a:p>
            <a:pPr lvl="1"/>
            <a:r>
              <a:rPr lang="en-US" noProof="0" dirty="0"/>
              <a:t>Andre </a:t>
            </a:r>
            <a:r>
              <a:rPr lang="en-US" noProof="0" dirty="0" err="1"/>
              <a:t>nivå</a:t>
            </a:r>
            <a:endParaRPr lang="en-US" noProof="0" dirty="0"/>
          </a:p>
          <a:p>
            <a:pPr lvl="2"/>
            <a:r>
              <a:rPr lang="en-US" noProof="0" dirty="0" err="1"/>
              <a:t>Tredje</a:t>
            </a:r>
            <a:r>
              <a:rPr lang="en-US" noProof="0" dirty="0"/>
              <a:t> </a:t>
            </a:r>
            <a:r>
              <a:rPr lang="en-US" noProof="0" dirty="0" err="1"/>
              <a:t>nivå</a:t>
            </a:r>
            <a:endParaRPr lang="en-US" noProof="0" dirty="0"/>
          </a:p>
          <a:p>
            <a:pPr lvl="3"/>
            <a:r>
              <a:rPr lang="en-US" noProof="0" dirty="0" err="1"/>
              <a:t>Fjerde</a:t>
            </a:r>
            <a:r>
              <a:rPr lang="en-US" noProof="0" dirty="0"/>
              <a:t> </a:t>
            </a:r>
            <a:r>
              <a:rPr lang="en-US" noProof="0" dirty="0" err="1"/>
              <a:t>nivå</a:t>
            </a:r>
            <a:endParaRPr lang="en-US" noProof="0" dirty="0"/>
          </a:p>
          <a:p>
            <a:pPr lvl="4"/>
            <a:r>
              <a:rPr lang="en-US" noProof="0" dirty="0" err="1"/>
              <a:t>Femte</a:t>
            </a:r>
            <a:r>
              <a:rPr lang="en-US" noProof="0" dirty="0"/>
              <a:t> </a:t>
            </a:r>
            <a:r>
              <a:rPr lang="en-US" noProof="0" dirty="0" err="1"/>
              <a:t>nivå</a:t>
            </a:r>
            <a:endParaRPr lang="en-US" noProof="0" dirty="0"/>
          </a:p>
        </p:txBody>
      </p:sp>
      <p:sp>
        <p:nvSpPr>
          <p:cNvPr id="14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7375" y="368300"/>
            <a:ext cx="10972800" cy="461665"/>
          </a:xfrm>
        </p:spPr>
        <p:txBody>
          <a:bodyPr>
            <a:sp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0019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3" pos="733" userDrawn="1">
          <p15:clr>
            <a:srgbClr val="547EBF"/>
          </p15:clr>
        </p15:guide>
        <p15:guide id="4" pos="551" userDrawn="1">
          <p15:clr>
            <a:srgbClr val="FBAE40"/>
          </p15:clr>
        </p15:guide>
        <p15:guide id="5" orient="horz" pos="686" userDrawn="1">
          <p15:clr>
            <a:srgbClr val="A4A3A4"/>
          </p15:clr>
        </p15:guide>
        <p15:guide id="6" pos="370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ndeling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2982460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372914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702236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3172249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71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159648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3532236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983850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03183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 err="1"/>
              <a:t>Klikk</a:t>
            </a:r>
            <a:r>
              <a:rPr lang="en-US" noProof="0" dirty="0"/>
              <a:t> for å </a:t>
            </a:r>
            <a:r>
              <a:rPr lang="en-US" noProof="0" dirty="0" err="1"/>
              <a:t>redigere</a:t>
            </a:r>
            <a:r>
              <a:rPr lang="en-US" noProof="0" dirty="0"/>
              <a:t> </a:t>
            </a:r>
            <a:r>
              <a:rPr lang="en-US" noProof="0" dirty="0" err="1"/>
              <a:t>tittelstil</a:t>
            </a:r>
            <a:endParaRPr lang="en-US" noProof="0" dirty="0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Klikk</a:t>
            </a:r>
            <a:r>
              <a:rPr lang="en-US" noProof="0" dirty="0"/>
              <a:t> for å </a:t>
            </a:r>
            <a:r>
              <a:rPr lang="en-US" noProof="0" dirty="0" err="1"/>
              <a:t>redigere</a:t>
            </a:r>
            <a:r>
              <a:rPr lang="en-US" noProof="0" dirty="0"/>
              <a:t> </a:t>
            </a:r>
            <a:r>
              <a:rPr lang="en-US" noProof="0" dirty="0" err="1"/>
              <a:t>tekststiler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</a:t>
            </a:r>
            <a:r>
              <a:rPr lang="en-US" noProof="0" dirty="0" err="1"/>
              <a:t>malen</a:t>
            </a:r>
            <a:endParaRPr lang="en-US" noProof="0" dirty="0"/>
          </a:p>
          <a:p>
            <a:pPr lvl="1"/>
            <a:r>
              <a:rPr lang="en-US" noProof="0" dirty="0"/>
              <a:t>Andre </a:t>
            </a:r>
            <a:r>
              <a:rPr lang="en-US" noProof="0" dirty="0" err="1"/>
              <a:t>nivå</a:t>
            </a:r>
            <a:endParaRPr lang="en-US" noProof="0" dirty="0"/>
          </a:p>
          <a:p>
            <a:pPr lvl="2"/>
            <a:r>
              <a:rPr lang="en-US" noProof="0" dirty="0" err="1"/>
              <a:t>Tredje</a:t>
            </a:r>
            <a:r>
              <a:rPr lang="en-US" noProof="0" dirty="0"/>
              <a:t> </a:t>
            </a:r>
            <a:r>
              <a:rPr lang="en-US" noProof="0" dirty="0" err="1"/>
              <a:t>nivå</a:t>
            </a:r>
            <a:endParaRPr lang="en-US" noProof="0" dirty="0"/>
          </a:p>
          <a:p>
            <a:pPr lvl="3"/>
            <a:r>
              <a:rPr lang="en-US" noProof="0" dirty="0" err="1"/>
              <a:t>Fjerde</a:t>
            </a:r>
            <a:r>
              <a:rPr lang="en-US" noProof="0" dirty="0"/>
              <a:t> </a:t>
            </a:r>
            <a:r>
              <a:rPr lang="en-US" noProof="0" dirty="0" err="1"/>
              <a:t>nivå</a:t>
            </a:r>
            <a:endParaRPr lang="en-US" noProof="0" dirty="0"/>
          </a:p>
          <a:p>
            <a:pPr lvl="4"/>
            <a:r>
              <a:rPr lang="en-US" noProof="0" dirty="0" err="1"/>
              <a:t>Femte</a:t>
            </a:r>
            <a:r>
              <a:rPr lang="en-US" noProof="0" dirty="0"/>
              <a:t> </a:t>
            </a:r>
            <a:r>
              <a:rPr lang="en-US" noProof="0" dirty="0" err="1"/>
              <a:t>nivå</a:t>
            </a:r>
            <a:endParaRPr lang="en-US" noProof="0" dirty="0"/>
          </a:p>
        </p:txBody>
      </p:sp>
      <p:pic>
        <p:nvPicPr>
          <p:cNvPr id="5" name="Bilde 4" descr="hor_blaa_stripe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98336"/>
            <a:ext cx="12192000" cy="359664"/>
          </a:xfrm>
          <a:prstGeom prst="rect">
            <a:avLst/>
          </a:prstGeom>
        </p:spPr>
      </p:pic>
      <p:pic>
        <p:nvPicPr>
          <p:cNvPr id="8" name="Bilde 3" descr="hor_blaa_stripe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6498336"/>
            <a:ext cx="9144000" cy="35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5.bin"/><Relationship Id="rId3" Type="http://schemas.openxmlformats.org/officeDocument/2006/relationships/image" Target="../media/image2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7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wmf"/><Relationship Id="rId4" Type="http://schemas.openxmlformats.org/officeDocument/2006/relationships/image" Target="../media/image3.sv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5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7.w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8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>
            <a:extLst>
              <a:ext uri="{FF2B5EF4-FFF2-40B4-BE49-F238E27FC236}">
                <a16:creationId xmlns:a16="http://schemas.microsoft.com/office/drawing/2014/main" id="{714EA05B-DC29-9A49-9E07-BD359950FF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 dirty="0"/>
          </a:p>
        </p:txBody>
      </p:sp>
      <p:sp>
        <p:nvSpPr>
          <p:cNvPr id="13" name="Tittel 1">
            <a:extLst>
              <a:ext uri="{FF2B5EF4-FFF2-40B4-BE49-F238E27FC236}">
                <a16:creationId xmlns:a16="http://schemas.microsoft.com/office/drawing/2014/main" id="{348DDC63-D03F-4E4B-B5C0-63C3F1A3B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608" y="2173291"/>
            <a:ext cx="10818784" cy="1399725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Self-excited forces formulation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DF976C-9E0C-B282-871A-B232386F08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834186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AB1B6-CA42-8CEA-6C21-91D816962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B12BF61-E351-458B-DC8E-D70DE8F06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6180" y="1237299"/>
            <a:ext cx="3730591" cy="126311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554A4E1-0EC4-AA0D-8E01-5975E0B8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nb-NO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85FBB2B3-C276-A0DD-37BF-EB5C3F66D813}"/>
              </a:ext>
            </a:extLst>
          </p:cNvPr>
          <p:cNvSpPr txBox="1">
            <a:spLocks/>
          </p:cNvSpPr>
          <p:nvPr/>
        </p:nvSpPr>
        <p:spPr>
          <a:xfrm>
            <a:off x="587375" y="1088915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A261D15-8F3C-EF2F-D1D6-AA81285C2F7F}"/>
              </a:ext>
            </a:extLst>
          </p:cNvPr>
          <p:cNvSpPr txBox="1">
            <a:spLocks/>
          </p:cNvSpPr>
          <p:nvPr/>
        </p:nvSpPr>
        <p:spPr>
          <a:xfrm>
            <a:off x="587373" y="1088916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Distributed forces on an element in wind tunnel coordinate system: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D951191-629E-074C-5CDB-2005511DAB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9236307"/>
              </p:ext>
            </p:extLst>
          </p:nvPr>
        </p:nvGraphicFramePr>
        <p:xfrm>
          <a:off x="892175" y="3271340"/>
          <a:ext cx="3075912" cy="33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97080" imgH="241200" progId="Equation.DSMT4">
                  <p:embed/>
                </p:oleObj>
              </mc:Choice>
              <mc:Fallback>
                <p:oleObj name="Equation" r:id="rId5" imgW="2197080" imgH="2412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D951191-629E-074C-5CDB-2005511DAB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2175" y="3271340"/>
                        <a:ext cx="3075912" cy="337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3A51AD2-2FF1-1633-AFE0-BF3DB152D7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4713" y="1638300"/>
          <a:ext cx="3163887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60440" imgH="507960" progId="Equation.DSMT4">
                  <p:embed/>
                </p:oleObj>
              </mc:Choice>
              <mc:Fallback>
                <p:oleObj name="Equation" r:id="rId7" imgW="2260440" imgH="50796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E3A51AD2-2FF1-1633-AFE0-BF3DB152D7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74713" y="1638300"/>
                        <a:ext cx="3163887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D591DE97-6846-2F77-A92C-03FE8E5D5C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011035"/>
              </p:ext>
            </p:extLst>
          </p:nvPr>
        </p:nvGraphicFramePr>
        <p:xfrm>
          <a:off x="5015880" y="2937876"/>
          <a:ext cx="3751272" cy="1031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79480" imgH="736560" progId="Equation.DSMT4">
                  <p:embed/>
                </p:oleObj>
              </mc:Choice>
              <mc:Fallback>
                <p:oleObj name="Equation" r:id="rId9" imgW="2679480" imgH="73656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D591DE97-6846-2F77-A92C-03FE8E5D5C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15880" y="2937876"/>
                        <a:ext cx="3751272" cy="10311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F9A535EC-F0B3-75FC-38F4-AE8D604C9C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9011" y="4743152"/>
          <a:ext cx="2293200" cy="33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38000" imgH="241200" progId="Equation.DSMT4">
                  <p:embed/>
                </p:oleObj>
              </mc:Choice>
              <mc:Fallback>
                <p:oleObj name="Equation" r:id="rId11" imgW="1638000" imgH="24120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F9A535EC-F0B3-75FC-38F4-AE8D604C9C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29011" y="4743152"/>
                        <a:ext cx="2293200" cy="337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657A90A6-48E0-734C-8EED-9C8FDE96F3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5880" y="4378760"/>
          <a:ext cx="2435832" cy="1066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39880" imgH="761760" progId="Equation.DSMT4">
                  <p:embed/>
                </p:oleObj>
              </mc:Choice>
              <mc:Fallback>
                <p:oleObj name="Equation" r:id="rId13" imgW="1739880" imgH="76176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657A90A6-48E0-734C-8EED-9C8FDE96F3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15880" y="4378760"/>
                        <a:ext cx="2435832" cy="10664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AC955365-8F3A-220B-2125-EAAC0087C40B}"/>
              </a:ext>
            </a:extLst>
          </p:cNvPr>
          <p:cNvSpPr txBox="1">
            <a:spLocks/>
          </p:cNvSpPr>
          <p:nvPr/>
        </p:nvSpPr>
        <p:spPr>
          <a:xfrm>
            <a:off x="592398" y="2490217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Transformation to local element coordinate system (where x goes out, y goes right):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9B8D92D0-CFED-957A-F850-0767FC2D5278}"/>
              </a:ext>
            </a:extLst>
          </p:cNvPr>
          <p:cNvSpPr txBox="1">
            <a:spLocks/>
          </p:cNvSpPr>
          <p:nvPr/>
        </p:nvSpPr>
        <p:spPr>
          <a:xfrm>
            <a:off x="606858" y="3966381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Transformation to global coordinate system:</a:t>
            </a:r>
          </a:p>
        </p:txBody>
      </p:sp>
    </p:spTree>
    <p:extLst>
      <p:ext uri="{BB962C8B-B14F-4D97-AF65-F5344CB8AC3E}">
        <p14:creationId xmlns:p14="http://schemas.microsoft.com/office/powerpoint/2010/main" val="1572486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12510C-5026-AF89-EFFC-BBB3EF53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nb-NO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F634CA68-C90F-FACD-C14B-7ED6A5C67178}"/>
              </a:ext>
            </a:extLst>
          </p:cNvPr>
          <p:cNvSpPr txBox="1">
            <a:spLocks/>
          </p:cNvSpPr>
          <p:nvPr/>
        </p:nvSpPr>
        <p:spPr>
          <a:xfrm>
            <a:off x="587374" y="1274547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44CDBE5-39B3-75A5-7F47-173D492054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1169899"/>
              </p:ext>
            </p:extLst>
          </p:nvPr>
        </p:nvGraphicFramePr>
        <p:xfrm>
          <a:off x="871330" y="1484783"/>
          <a:ext cx="7680960" cy="711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486400" imgH="507960" progId="Equation.DSMT4">
                  <p:embed/>
                </p:oleObj>
              </mc:Choice>
              <mc:Fallback>
                <p:oleObj name="Equation" r:id="rId3" imgW="5486400" imgH="50796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44CDBE5-39B3-75A5-7F47-173D492054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1330" y="1484783"/>
                        <a:ext cx="7680960" cy="711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52DAEA2-C322-5B5F-F864-BD3888A43642}"/>
              </a:ext>
            </a:extLst>
          </p:cNvPr>
          <p:cNvSpPr txBox="1">
            <a:spLocks/>
          </p:cNvSpPr>
          <p:nvPr/>
        </p:nvSpPr>
        <p:spPr>
          <a:xfrm>
            <a:off x="739774" y="1426947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26F3911-5465-B122-8770-F75ABABF7E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017674"/>
              </p:ext>
            </p:extLst>
          </p:nvPr>
        </p:nvGraphicFramePr>
        <p:xfrm>
          <a:off x="890033" y="2852936"/>
          <a:ext cx="3342528" cy="711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87520" imgH="507960" progId="Equation.DSMT4">
                  <p:embed/>
                </p:oleObj>
              </mc:Choice>
              <mc:Fallback>
                <p:oleObj name="Equation" r:id="rId5" imgW="2387520" imgH="5079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26F3911-5465-B122-8770-F75ABABF7E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0033" y="2852936"/>
                        <a:ext cx="3342528" cy="711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1D5F9F7-1491-D019-59B6-257760B1CE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629987"/>
              </p:ext>
            </p:extLst>
          </p:nvPr>
        </p:nvGraphicFramePr>
        <p:xfrm>
          <a:off x="871331" y="5661248"/>
          <a:ext cx="2168712" cy="711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49080" imgH="507960" progId="Equation.DSMT4">
                  <p:embed/>
                </p:oleObj>
              </mc:Choice>
              <mc:Fallback>
                <p:oleObj name="Equation" r:id="rId7" imgW="1549080" imgH="50796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31D5F9F7-1491-D019-59B6-257760B1CE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71331" y="5661248"/>
                        <a:ext cx="2168712" cy="711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8BD112D9-2399-319F-BE22-7451DAA8F9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727057"/>
              </p:ext>
            </p:extLst>
          </p:nvPr>
        </p:nvGraphicFramePr>
        <p:xfrm>
          <a:off x="898724" y="4257092"/>
          <a:ext cx="6880608" cy="711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914720" imgH="507960" progId="Equation.DSMT4">
                  <p:embed/>
                </p:oleObj>
              </mc:Choice>
              <mc:Fallback>
                <p:oleObj name="Equation" r:id="rId9" imgW="4914720" imgH="50796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8BD112D9-2399-319F-BE22-7451DAA8F9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98724" y="4257092"/>
                        <a:ext cx="6880608" cy="711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938D193F-CBF2-59D9-6811-6B94AE63CC83}"/>
              </a:ext>
            </a:extLst>
          </p:cNvPr>
          <p:cNvSpPr txBox="1">
            <a:spLocks/>
          </p:cNvSpPr>
          <p:nvPr/>
        </p:nvSpPr>
        <p:spPr>
          <a:xfrm>
            <a:off x="587373" y="1088916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Distributed forces now becomes: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0C1E5D3D-8B47-5885-2449-04E72F65C8A8}"/>
              </a:ext>
            </a:extLst>
          </p:cNvPr>
          <p:cNvSpPr txBox="1">
            <a:spLocks/>
          </p:cNvSpPr>
          <p:nvPr/>
        </p:nvSpPr>
        <p:spPr>
          <a:xfrm>
            <a:off x="581856" y="2339677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Integration to nodal forces: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E508DB1-E1F0-FF03-4ED8-D87FD521D03A}"/>
              </a:ext>
            </a:extLst>
          </p:cNvPr>
          <p:cNvSpPr txBox="1">
            <a:spLocks/>
          </p:cNvSpPr>
          <p:nvPr/>
        </p:nvSpPr>
        <p:spPr>
          <a:xfrm>
            <a:off x="588580" y="3786361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Transformation to global coordinate system: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A52B2014-F5E5-1B87-0C54-A6CDBF6553C6}"/>
              </a:ext>
            </a:extLst>
          </p:cNvPr>
          <p:cNvSpPr txBox="1">
            <a:spLocks/>
          </p:cNvSpPr>
          <p:nvPr/>
        </p:nvSpPr>
        <p:spPr>
          <a:xfrm>
            <a:off x="588580" y="5233045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Element contribution to full force vector:</a:t>
            </a:r>
          </a:p>
        </p:txBody>
      </p:sp>
    </p:spTree>
    <p:extLst>
      <p:ext uri="{BB962C8B-B14F-4D97-AF65-F5344CB8AC3E}">
        <p14:creationId xmlns:p14="http://schemas.microsoft.com/office/powerpoint/2010/main" val="1897226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12510C-5026-AF89-EFFC-BBB3EF53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nb-NO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F634CA68-C90F-FACD-C14B-7ED6A5C67178}"/>
              </a:ext>
            </a:extLst>
          </p:cNvPr>
          <p:cNvSpPr txBox="1">
            <a:spLocks/>
          </p:cNvSpPr>
          <p:nvPr/>
        </p:nvSpPr>
        <p:spPr>
          <a:xfrm>
            <a:off x="587374" y="1274547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52DAEA2-C322-5B5F-F864-BD3888A43642}"/>
              </a:ext>
            </a:extLst>
          </p:cNvPr>
          <p:cNvSpPr txBox="1">
            <a:spLocks/>
          </p:cNvSpPr>
          <p:nvPr/>
        </p:nvSpPr>
        <p:spPr>
          <a:xfrm>
            <a:off x="739774" y="1426947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1D5F9F7-1491-D019-59B6-257760B1CE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450924"/>
              </p:ext>
            </p:extLst>
          </p:nvPr>
        </p:nvGraphicFramePr>
        <p:xfrm>
          <a:off x="861662" y="4654763"/>
          <a:ext cx="5031432" cy="9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93880" imgH="711000" progId="Equation.DSMT4">
                  <p:embed/>
                </p:oleObj>
              </mc:Choice>
              <mc:Fallback>
                <p:oleObj name="Equation" r:id="rId3" imgW="3593880" imgH="7110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31D5F9F7-1491-D019-59B6-257760B1CE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1662" y="4654763"/>
                        <a:ext cx="5031432" cy="9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CFF2DEE-A0E3-9B61-D002-8BD447D0C3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757226"/>
              </p:ext>
            </p:extLst>
          </p:nvPr>
        </p:nvGraphicFramePr>
        <p:xfrm>
          <a:off x="874713" y="1601732"/>
          <a:ext cx="5653872" cy="711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38480" imgH="507960" progId="Equation.DSMT4">
                  <p:embed/>
                </p:oleObj>
              </mc:Choice>
              <mc:Fallback>
                <p:oleObj name="Equation" r:id="rId5" imgW="4038480" imgH="50796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CFF2DEE-A0E3-9B61-D002-8BD447D0C3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4713" y="1601732"/>
                        <a:ext cx="5653872" cy="711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BB42D603-742E-BD2A-E4B9-3E938F07B6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808660"/>
              </p:ext>
            </p:extLst>
          </p:nvPr>
        </p:nvGraphicFramePr>
        <p:xfrm>
          <a:off x="1385019" y="2376748"/>
          <a:ext cx="4373712" cy="711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24080" imgH="507960" progId="Equation.DSMT4">
                  <p:embed/>
                </p:oleObj>
              </mc:Choice>
              <mc:Fallback>
                <p:oleObj name="Equation" r:id="rId7" imgW="3124080" imgH="50796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BB42D603-742E-BD2A-E4B9-3E938F07B6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85019" y="2376748"/>
                        <a:ext cx="4373712" cy="711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9F672D7F-25C7-0896-FC3A-8D1FADA29E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138287"/>
              </p:ext>
            </p:extLst>
          </p:nvPr>
        </p:nvGraphicFramePr>
        <p:xfrm>
          <a:off x="1397000" y="3213100"/>
          <a:ext cx="46228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01920" imgH="330120" progId="Equation.DSMT4">
                  <p:embed/>
                </p:oleObj>
              </mc:Choice>
              <mc:Fallback>
                <p:oleObj name="Equation" r:id="rId9" imgW="3301920" imgH="33012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9F672D7F-25C7-0896-FC3A-8D1FADA29E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97000" y="3213100"/>
                        <a:ext cx="4622800" cy="463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EED8A3A-6FEB-245C-A95F-1A5FAEC96D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928225"/>
              </p:ext>
            </p:extLst>
          </p:nvPr>
        </p:nvGraphicFramePr>
        <p:xfrm>
          <a:off x="6426234" y="4545124"/>
          <a:ext cx="3804696" cy="1208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17640" imgH="863280" progId="Equation.DSMT4">
                  <p:embed/>
                </p:oleObj>
              </mc:Choice>
              <mc:Fallback>
                <p:oleObj name="Equation" r:id="rId11" imgW="2717640" imgH="8632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EEED8A3A-6FEB-245C-A95F-1A5FAEC96D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26234" y="4545124"/>
                        <a:ext cx="3804696" cy="1208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54E018-30B6-E83F-D0DB-0BA0149CCF43}"/>
              </a:ext>
            </a:extLst>
          </p:cNvPr>
          <p:cNvSpPr txBox="1">
            <a:spLocks/>
          </p:cNvSpPr>
          <p:nvPr/>
        </p:nvSpPr>
        <p:spPr>
          <a:xfrm>
            <a:off x="587373" y="1088916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Element contribution to modal load vector: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379942E-E8DE-B20E-CA49-3EA25C5D963B}"/>
              </a:ext>
            </a:extLst>
          </p:cNvPr>
          <p:cNvSpPr txBox="1">
            <a:spLocks/>
          </p:cNvSpPr>
          <p:nvPr/>
        </p:nvSpPr>
        <p:spPr>
          <a:xfrm>
            <a:off x="587372" y="4145425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Linear integration result:</a:t>
            </a: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19F0E99C-61F7-C0A0-59E8-6BB334F8A3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873371"/>
              </p:ext>
            </p:extLst>
          </p:nvPr>
        </p:nvGraphicFramePr>
        <p:xfrm>
          <a:off x="869950" y="5876925"/>
          <a:ext cx="2792413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93680" imgH="228600" progId="Equation.DSMT4">
                  <p:embed/>
                </p:oleObj>
              </mc:Choice>
              <mc:Fallback>
                <p:oleObj name="Equation" r:id="rId13" imgW="1993680" imgH="22860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19F0E99C-61F7-C0A0-59E8-6BB334F8A3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69950" y="5876925"/>
                        <a:ext cx="2792413" cy="32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97D2CA1-939B-3785-027A-B63124393F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533266"/>
              </p:ext>
            </p:extLst>
          </p:nvPr>
        </p:nvGraphicFramePr>
        <p:xfrm>
          <a:off x="8040216" y="1639271"/>
          <a:ext cx="2969064" cy="675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20760" imgH="482400" progId="Equation.DSMT4">
                  <p:embed/>
                </p:oleObj>
              </mc:Choice>
              <mc:Fallback>
                <p:oleObj name="Equation" r:id="rId15" imgW="2120760" imgH="4824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C97D2CA1-939B-3785-027A-B63124393F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040216" y="1639271"/>
                        <a:ext cx="2969064" cy="675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5242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12510C-5026-AF89-EFFC-BBB3EF53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nb-NO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F634CA68-C90F-FACD-C14B-7ED6A5C67178}"/>
              </a:ext>
            </a:extLst>
          </p:cNvPr>
          <p:cNvSpPr txBox="1">
            <a:spLocks/>
          </p:cNvSpPr>
          <p:nvPr/>
        </p:nvSpPr>
        <p:spPr>
          <a:xfrm>
            <a:off x="587374" y="1274547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52DAEA2-C322-5B5F-F864-BD3888A43642}"/>
              </a:ext>
            </a:extLst>
          </p:cNvPr>
          <p:cNvSpPr txBox="1">
            <a:spLocks/>
          </p:cNvSpPr>
          <p:nvPr/>
        </p:nvSpPr>
        <p:spPr>
          <a:xfrm>
            <a:off x="739774" y="1426947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5032ED6-E350-AED1-0F8A-9E18513F9F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652393"/>
              </p:ext>
            </p:extLst>
          </p:nvPr>
        </p:nvGraphicFramePr>
        <p:xfrm>
          <a:off x="881205" y="3410954"/>
          <a:ext cx="9191952" cy="1244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565680" imgH="888840" progId="Equation.DSMT4">
                  <p:embed/>
                </p:oleObj>
              </mc:Choice>
              <mc:Fallback>
                <p:oleObj name="Equation" r:id="rId3" imgW="6565680" imgH="8888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75032ED6-E350-AED1-0F8A-9E18513F9F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1205" y="3410954"/>
                        <a:ext cx="9191952" cy="12443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C096EF3B-0EB3-BC55-F576-6BD69E3C77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5589093"/>
              </p:ext>
            </p:extLst>
          </p:nvPr>
        </p:nvGraphicFramePr>
        <p:xfrm>
          <a:off x="874713" y="1549589"/>
          <a:ext cx="44450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74840" imgH="482400" progId="Equation.DSMT4">
                  <p:embed/>
                </p:oleObj>
              </mc:Choice>
              <mc:Fallback>
                <p:oleObj name="Equation" r:id="rId5" imgW="3174840" imgH="48240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C096EF3B-0EB3-BC55-F576-6BD69E3C77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4713" y="1549589"/>
                        <a:ext cx="4445000" cy="67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C17E13-9A18-E88C-AB27-7081AD712B83}"/>
              </a:ext>
            </a:extLst>
          </p:cNvPr>
          <p:cNvSpPr txBox="1">
            <a:spLocks/>
          </p:cNvSpPr>
          <p:nvPr/>
        </p:nvSpPr>
        <p:spPr>
          <a:xfrm>
            <a:off x="587375" y="1092928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Rational function </a:t>
            </a:r>
            <a:r>
              <a:rPr lang="en-US"/>
              <a:t>transfer function: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60EC42B-6E25-7B40-3853-E4BB1CBBF757}"/>
              </a:ext>
            </a:extLst>
          </p:cNvPr>
          <p:cNvSpPr txBox="1">
            <a:spLocks/>
          </p:cNvSpPr>
          <p:nvPr/>
        </p:nvSpPr>
        <p:spPr>
          <a:xfrm>
            <a:off x="588943" y="2850257"/>
            <a:ext cx="11372921" cy="506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Linear integration result </a:t>
            </a:r>
            <a:r>
              <a:rPr lang="en-US"/>
              <a:t>(modal contribution </a:t>
            </a:r>
            <a:r>
              <a:rPr lang="en-US" dirty="0"/>
              <a:t>from one element):</a:t>
            </a:r>
          </a:p>
        </p:txBody>
      </p:sp>
    </p:spTree>
    <p:extLst>
      <p:ext uri="{BB962C8B-B14F-4D97-AF65-F5344CB8AC3E}">
        <p14:creationId xmlns:p14="http://schemas.microsoft.com/office/powerpoint/2010/main" val="848795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>
          <a:solidFill>
            <a:schemeClr val="accent4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11F725C9B5C4468CB16BF006DC038E" ma:contentTypeVersion="14" ma:contentTypeDescription="Create a new document." ma:contentTypeScope="" ma:versionID="8fc18fa9082498103a389be71d804ccc">
  <xsd:schema xmlns:xsd="http://www.w3.org/2001/XMLSchema" xmlns:xs="http://www.w3.org/2001/XMLSchema" xmlns:p="http://schemas.microsoft.com/office/2006/metadata/properties" xmlns:ns3="bb43da5c-49da-475c-8c5c-3244aed61b0c" xmlns:ns4="c946b7e2-cc54-4581-898e-1f5d59eaacce" targetNamespace="http://schemas.microsoft.com/office/2006/metadata/properties" ma:root="true" ma:fieldsID="bd6a4fdcec273fc91dcb004f2a676485" ns3:_="" ns4:_="">
    <xsd:import namespace="bb43da5c-49da-475c-8c5c-3244aed61b0c"/>
    <xsd:import namespace="c946b7e2-cc54-4581-898e-1f5d59eaacc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43da5c-49da-475c-8c5c-3244aed61b0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46b7e2-cc54-4581-898e-1f5d59eaac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2D208BF-EEC9-45B6-8386-1DCA7AC396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43da5c-49da-475c-8c5c-3244aed61b0c"/>
    <ds:schemaRef ds:uri="c946b7e2-cc54-4581-898e-1f5d59eaac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9F3C062-D38F-48CE-91BA-6E0D2C668D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2C04E8-859A-4A48-8B82-9D65E9A426FA}">
  <ds:schemaRefs>
    <ds:schemaRef ds:uri="bb43da5c-49da-475c-8c5c-3244aed61b0c"/>
    <ds:schemaRef ds:uri="http://purl.org/dc/terms/"/>
    <ds:schemaRef ds:uri="http://schemas.openxmlformats.org/package/2006/metadata/core-properties"/>
    <ds:schemaRef ds:uri="c946b7e2-cc54-4581-898e-1f5d59eaacce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90</Words>
  <Application>Microsoft Office PowerPoint</Application>
  <PresentationFormat>Widescreen</PresentationFormat>
  <Paragraphs>17</Paragraphs>
  <Slides>5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Office-tema</vt:lpstr>
      <vt:lpstr>Equation</vt:lpstr>
      <vt:lpstr>Self-excited forces formulation</vt:lpstr>
      <vt:lpstr>PowerPoint Presentation</vt:lpstr>
      <vt:lpstr>PowerPoint Presentation</vt:lpstr>
      <vt:lpstr>PowerPoint Presentation</vt:lpstr>
      <vt:lpstr>PowerPoint Presentation</vt:lpstr>
    </vt:vector>
  </TitlesOfParts>
  <Company>NTNU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oyvind.w.petersen@ntnu.no</dc:creator>
  <cp:lastModifiedBy>Øyvind Wiig Petersen</cp:lastModifiedBy>
  <cp:revision>1694</cp:revision>
  <cp:lastPrinted>2017-03-02T14:22:20Z</cp:lastPrinted>
  <dcterms:created xsi:type="dcterms:W3CDTF">2013-06-10T16:56:09Z</dcterms:created>
  <dcterms:modified xsi:type="dcterms:W3CDTF">2025-05-22T05:39:58Z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0x0101005211F725C9B5C4468CB16BF006DC038E</vt:lpwstr>
  </property>
</Properties>
</file>